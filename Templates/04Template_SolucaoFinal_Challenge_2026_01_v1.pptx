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  <p:sldMasterId id="2147483672" r:id="rId6"/>
  </p:sldMasterIdLst>
  <p:notesMasterIdLst>
    <p:notesMasterId r:id="rId16"/>
  </p:notesMasterIdLst>
  <p:sldIdLst>
    <p:sldId id="375" r:id="rId7"/>
    <p:sldId id="354" r:id="rId8"/>
    <p:sldId id="373" r:id="rId9"/>
    <p:sldId id="287" r:id="rId10"/>
    <p:sldId id="288" r:id="rId11"/>
    <p:sldId id="289" r:id="rId12"/>
    <p:sldId id="295" r:id="rId13"/>
    <p:sldId id="374" r:id="rId14"/>
    <p:sldId id="372" r:id="rId1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DAA707-5C61-F7E9-F931-A3634550490E}" v="31" dt="2025-06-25T18:46:01.261"/>
    <p1510:client id="{172C57D2-D8C8-1989-0362-A1C325741C26}" v="165" dt="2025-06-25T18:42:31.482"/>
    <p1510:client id="{4B04B19B-F5A5-4842-BE5A-E03C002D7DBA}" v="1103" dt="2025-06-24T19:08:22.181"/>
    <p1510:client id="{794D8EDB-738F-B12E-18A4-0A87DACB9516}" v="8" dt="2025-06-25T14:03:06.264"/>
    <p1510:client id="{7B924EE6-BD5D-4D66-F847-D8665EE69E75}" v="733" dt="2025-06-25T15:01:55.281"/>
    <p1510:client id="{C651C44D-B2A7-7EB2-3A54-06BED1DF4A35}" v="89" dt="2025-06-25T13:59:12.591"/>
    <p1510:client id="{E140B310-203D-21B7-EFF6-7456F6114797}" v="2" dt="2025-06-26T11:20:41.6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10" Type="http://schemas.openxmlformats.org/officeDocument/2006/relationships/slide" Target="slides/slide4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RÍCIA MAURA ANGELINI" userId="S::pf1076@fiap.com.br::1a966340-3810-4ffc-adff-ad3efd673634" providerId="AD" clId="Web-{4B04B19B-F5A5-4842-BE5A-E03C002D7DBA}"/>
    <pc:docChg chg="modSld sldOrd">
      <pc:chgData name="PATRÍCIA MAURA ANGELINI" userId="S::pf1076@fiap.com.br::1a966340-3810-4ffc-adff-ad3efd673634" providerId="AD" clId="Web-{4B04B19B-F5A5-4842-BE5A-E03C002D7DBA}" dt="2025-06-24T19:08:18.993" v="1066" actId="20577"/>
      <pc:docMkLst>
        <pc:docMk/>
      </pc:docMkLst>
      <pc:sldChg chg="modSp ord">
        <pc:chgData name="PATRÍCIA MAURA ANGELINI" userId="S::pf1076@fiap.com.br::1a966340-3810-4ffc-adff-ad3efd673634" providerId="AD" clId="Web-{4B04B19B-F5A5-4842-BE5A-E03C002D7DBA}" dt="2025-06-24T18:57:07.827" v="218" actId="20577"/>
        <pc:sldMkLst>
          <pc:docMk/>
          <pc:sldMk cId="414246616" sldId="265"/>
        </pc:sldMkLst>
        <pc:spChg chg="mod">
          <ac:chgData name="PATRÍCIA MAURA ANGELINI" userId="S::pf1076@fiap.com.br::1a966340-3810-4ffc-adff-ad3efd673634" providerId="AD" clId="Web-{4B04B19B-F5A5-4842-BE5A-E03C002D7DBA}" dt="2025-06-24T18:54:46.790" v="51" actId="20577"/>
          <ac:spMkLst>
            <pc:docMk/>
            <pc:sldMk cId="414246616" sldId="265"/>
            <ac:spMk id="2" creationId="{00000000-0000-0000-0000-000000000000}"/>
          </ac:spMkLst>
        </pc:spChg>
        <pc:spChg chg="mod">
          <ac:chgData name="PATRÍCIA MAURA ANGELINI" userId="S::pf1076@fiap.com.br::1a966340-3810-4ffc-adff-ad3efd673634" providerId="AD" clId="Web-{4B04B19B-F5A5-4842-BE5A-E03C002D7DBA}" dt="2025-06-24T18:57:07.827" v="218" actId="20577"/>
          <ac:spMkLst>
            <pc:docMk/>
            <pc:sldMk cId="414246616" sldId="265"/>
            <ac:spMk id="6" creationId="{6A25AFF2-0785-9E16-7B4D-BE2AC1E5BE7A}"/>
          </ac:spMkLst>
        </pc:spChg>
      </pc:sldChg>
      <pc:sldChg chg="modSp">
        <pc:chgData name="PATRÍCIA MAURA ANGELINI" userId="S::pf1076@fiap.com.br::1a966340-3810-4ffc-adff-ad3efd673634" providerId="AD" clId="Web-{4B04B19B-F5A5-4842-BE5A-E03C002D7DBA}" dt="2025-06-24T19:08:18.993" v="1066" actId="20577"/>
        <pc:sldMkLst>
          <pc:docMk/>
          <pc:sldMk cId="1428730191" sldId="278"/>
        </pc:sldMkLst>
        <pc:spChg chg="mod">
          <ac:chgData name="PATRÍCIA MAURA ANGELINI" userId="S::pf1076@fiap.com.br::1a966340-3810-4ffc-adff-ad3efd673634" providerId="AD" clId="Web-{4B04B19B-F5A5-4842-BE5A-E03C002D7DBA}" dt="2025-06-24T19:08:18.993" v="1066" actId="20577"/>
          <ac:spMkLst>
            <pc:docMk/>
            <pc:sldMk cId="1428730191" sldId="278"/>
            <ac:spMk id="3" creationId="{89AFDA67-905E-C680-56C1-DA420FF574F9}"/>
          </ac:spMkLst>
        </pc:spChg>
      </pc:sldChg>
      <pc:sldChg chg="modSp">
        <pc:chgData name="PATRÍCIA MAURA ANGELINI" userId="S::pf1076@fiap.com.br::1a966340-3810-4ffc-adff-ad3efd673634" providerId="AD" clId="Web-{4B04B19B-F5A5-4842-BE5A-E03C002D7DBA}" dt="2025-06-24T19:03:33.310" v="653" actId="20577"/>
        <pc:sldMkLst>
          <pc:docMk/>
          <pc:sldMk cId="2712682219" sldId="281"/>
        </pc:sldMkLst>
        <pc:spChg chg="mod">
          <ac:chgData name="PATRÍCIA MAURA ANGELINI" userId="S::pf1076@fiap.com.br::1a966340-3810-4ffc-adff-ad3efd673634" providerId="AD" clId="Web-{4B04B19B-F5A5-4842-BE5A-E03C002D7DBA}" dt="2025-06-24T19:03:33.310" v="653" actId="20577"/>
          <ac:spMkLst>
            <pc:docMk/>
            <pc:sldMk cId="2712682219" sldId="281"/>
            <ac:spMk id="6" creationId="{07A1A1DD-C578-453E-0A96-0C279EEC6389}"/>
          </ac:spMkLst>
        </pc:spChg>
      </pc:sldChg>
      <pc:sldChg chg="modSp">
        <pc:chgData name="PATRÍCIA MAURA ANGELINI" userId="S::pf1076@fiap.com.br::1a966340-3810-4ffc-adff-ad3efd673634" providerId="AD" clId="Web-{4B04B19B-F5A5-4842-BE5A-E03C002D7DBA}" dt="2025-06-24T18:54:04.101" v="28" actId="20577"/>
        <pc:sldMkLst>
          <pc:docMk/>
          <pc:sldMk cId="1884854499" sldId="282"/>
        </pc:sldMkLst>
        <pc:spChg chg="mod">
          <ac:chgData name="PATRÍCIA MAURA ANGELINI" userId="S::pf1076@fiap.com.br::1a966340-3810-4ffc-adff-ad3efd673634" providerId="AD" clId="Web-{4B04B19B-F5A5-4842-BE5A-E03C002D7DBA}" dt="2025-06-24T18:54:04.101" v="28" actId="20577"/>
          <ac:spMkLst>
            <pc:docMk/>
            <pc:sldMk cId="1884854499" sldId="282"/>
            <ac:spMk id="4" creationId="{833D4CA9-FED5-2DE5-9520-2F6C30421875}"/>
          </ac:spMkLst>
        </pc:spChg>
      </pc:sldChg>
      <pc:sldChg chg="modSp">
        <pc:chgData name="PATRÍCIA MAURA ANGELINI" userId="S::pf1076@fiap.com.br::1a966340-3810-4ffc-adff-ad3efd673634" providerId="AD" clId="Web-{4B04B19B-F5A5-4842-BE5A-E03C002D7DBA}" dt="2025-06-24T18:51:15.813" v="2" actId="20577"/>
        <pc:sldMkLst>
          <pc:docMk/>
          <pc:sldMk cId="2304797404" sldId="284"/>
        </pc:sldMkLst>
        <pc:spChg chg="mod">
          <ac:chgData name="PATRÍCIA MAURA ANGELINI" userId="S::pf1076@fiap.com.br::1a966340-3810-4ffc-adff-ad3efd673634" providerId="AD" clId="Web-{4B04B19B-F5A5-4842-BE5A-E03C002D7DBA}" dt="2025-06-24T18:51:15.813" v="2" actId="20577"/>
          <ac:spMkLst>
            <pc:docMk/>
            <pc:sldMk cId="2304797404" sldId="284"/>
            <ac:spMk id="4" creationId="{833D4CA9-FED5-2DE5-9520-2F6C30421875}"/>
          </ac:spMkLst>
        </pc:spChg>
      </pc:sldChg>
      <pc:sldChg chg="modSp">
        <pc:chgData name="PATRÍCIA MAURA ANGELINI" userId="S::pf1076@fiap.com.br::1a966340-3810-4ffc-adff-ad3efd673634" providerId="AD" clId="Web-{4B04B19B-F5A5-4842-BE5A-E03C002D7DBA}" dt="2025-06-24T19:05:30.174" v="770" actId="20577"/>
        <pc:sldMkLst>
          <pc:docMk/>
          <pc:sldMk cId="630123964" sldId="285"/>
        </pc:sldMkLst>
        <pc:spChg chg="mod">
          <ac:chgData name="PATRÍCIA MAURA ANGELINI" userId="S::pf1076@fiap.com.br::1a966340-3810-4ffc-adff-ad3efd673634" providerId="AD" clId="Web-{4B04B19B-F5A5-4842-BE5A-E03C002D7DBA}" dt="2025-06-24T19:05:30.174" v="770" actId="20577"/>
          <ac:spMkLst>
            <pc:docMk/>
            <pc:sldMk cId="630123964" sldId="285"/>
            <ac:spMk id="4" creationId="{833D4CA9-FED5-2DE5-9520-2F6C30421875}"/>
          </ac:spMkLst>
        </pc:spChg>
      </pc:sldChg>
      <pc:sldChg chg="modSp">
        <pc:chgData name="PATRÍCIA MAURA ANGELINI" userId="S::pf1076@fiap.com.br::1a966340-3810-4ffc-adff-ad3efd673634" providerId="AD" clId="Web-{4B04B19B-F5A5-4842-BE5A-E03C002D7DBA}" dt="2025-06-24T19:07:45.117" v="1055"/>
        <pc:sldMkLst>
          <pc:docMk/>
          <pc:sldMk cId="210706290" sldId="286"/>
        </pc:sldMkLst>
        <pc:graphicFrameChg chg="mod modGraphic">
          <ac:chgData name="PATRÍCIA MAURA ANGELINI" userId="S::pf1076@fiap.com.br::1a966340-3810-4ffc-adff-ad3efd673634" providerId="AD" clId="Web-{4B04B19B-F5A5-4842-BE5A-E03C002D7DBA}" dt="2025-06-24T19:07:45.117" v="1055"/>
          <ac:graphicFrameMkLst>
            <pc:docMk/>
            <pc:sldMk cId="210706290" sldId="286"/>
            <ac:graphicFrameMk id="5" creationId="{EECB01FE-F537-75CB-5AEB-5305E9A2E56D}"/>
          </ac:graphicFrameMkLst>
        </pc:graphicFrameChg>
      </pc:sldChg>
    </pc:docChg>
  </pc:docChgLst>
  <pc:docChgLst>
    <pc:chgData name="Antônio Carlos" userId="S::pf1976@fiap.com.br::c6b9001a-b440-4b7c-a460-643cf13ef2dd" providerId="AD" clId="Web-{794D8EDB-738F-B12E-18A4-0A87DACB9516}"/>
    <pc:docChg chg="modSld">
      <pc:chgData name="Antônio Carlos" userId="S::pf1976@fiap.com.br::c6b9001a-b440-4b7c-a460-643cf13ef2dd" providerId="AD" clId="Web-{794D8EDB-738F-B12E-18A4-0A87DACB9516}" dt="2025-06-25T14:03:06.264" v="7" actId="20577"/>
      <pc:docMkLst>
        <pc:docMk/>
      </pc:docMkLst>
      <pc:sldChg chg="modSp">
        <pc:chgData name="Antônio Carlos" userId="S::pf1976@fiap.com.br::c6b9001a-b440-4b7c-a460-643cf13ef2dd" providerId="AD" clId="Web-{794D8EDB-738F-B12E-18A4-0A87DACB9516}" dt="2025-06-25T14:02:15.481" v="0"/>
        <pc:sldMkLst>
          <pc:docMk/>
          <pc:sldMk cId="185698191" sldId="287"/>
        </pc:sldMkLst>
        <pc:spChg chg="mod">
          <ac:chgData name="Antônio Carlos" userId="S::pf1976@fiap.com.br::c6b9001a-b440-4b7c-a460-643cf13ef2dd" providerId="AD" clId="Web-{794D8EDB-738F-B12E-18A4-0A87DACB9516}" dt="2025-06-25T14:02:15.481" v="0"/>
          <ac:spMkLst>
            <pc:docMk/>
            <pc:sldMk cId="185698191" sldId="287"/>
            <ac:spMk id="6" creationId="{B9503F61-80A4-C8E7-6C66-BABC47276FA6}"/>
          </ac:spMkLst>
        </pc:spChg>
      </pc:sldChg>
      <pc:sldChg chg="modSp">
        <pc:chgData name="Antônio Carlos" userId="S::pf1976@fiap.com.br::c6b9001a-b440-4b7c-a460-643cf13ef2dd" providerId="AD" clId="Web-{794D8EDB-738F-B12E-18A4-0A87DACB9516}" dt="2025-06-25T14:02:24.794" v="1"/>
        <pc:sldMkLst>
          <pc:docMk/>
          <pc:sldMk cId="3119615005" sldId="288"/>
        </pc:sldMkLst>
        <pc:spChg chg="mod">
          <ac:chgData name="Antônio Carlos" userId="S::pf1976@fiap.com.br::c6b9001a-b440-4b7c-a460-643cf13ef2dd" providerId="AD" clId="Web-{794D8EDB-738F-B12E-18A4-0A87DACB9516}" dt="2025-06-25T14:02:24.794" v="1"/>
          <ac:spMkLst>
            <pc:docMk/>
            <pc:sldMk cId="3119615005" sldId="288"/>
            <ac:spMk id="6" creationId="{61A8F5FB-BA88-94CA-1A2F-4C334083BDC7}"/>
          </ac:spMkLst>
        </pc:spChg>
      </pc:sldChg>
      <pc:sldChg chg="modSp">
        <pc:chgData name="Antônio Carlos" userId="S::pf1976@fiap.com.br::c6b9001a-b440-4b7c-a460-643cf13ef2dd" providerId="AD" clId="Web-{794D8EDB-738F-B12E-18A4-0A87DACB9516}" dt="2025-06-25T14:03:06.264" v="7" actId="20577"/>
        <pc:sldMkLst>
          <pc:docMk/>
          <pc:sldMk cId="1249261605" sldId="289"/>
        </pc:sldMkLst>
        <pc:spChg chg="mod">
          <ac:chgData name="Antônio Carlos" userId="S::pf1976@fiap.com.br::c6b9001a-b440-4b7c-a460-643cf13ef2dd" providerId="AD" clId="Web-{794D8EDB-738F-B12E-18A4-0A87DACB9516}" dt="2025-06-25T14:03:06.264" v="7" actId="20577"/>
          <ac:spMkLst>
            <pc:docMk/>
            <pc:sldMk cId="1249261605" sldId="289"/>
            <ac:spMk id="3" creationId="{E0B0A270-DADD-32CA-04C5-E38EA4EFD8CC}"/>
          </ac:spMkLst>
        </pc:spChg>
      </pc:sldChg>
      <pc:sldChg chg="modSp">
        <pc:chgData name="Antônio Carlos" userId="S::pf1976@fiap.com.br::c6b9001a-b440-4b7c-a460-643cf13ef2dd" providerId="AD" clId="Web-{794D8EDB-738F-B12E-18A4-0A87DACB9516}" dt="2025-06-25T14:02:43.669" v="4"/>
        <pc:sldMkLst>
          <pc:docMk/>
          <pc:sldMk cId="2392452603" sldId="290"/>
        </pc:sldMkLst>
        <pc:spChg chg="mod">
          <ac:chgData name="Antônio Carlos" userId="S::pf1976@fiap.com.br::c6b9001a-b440-4b7c-a460-643cf13ef2dd" providerId="AD" clId="Web-{794D8EDB-738F-B12E-18A4-0A87DACB9516}" dt="2025-06-25T14:02:43.669" v="4"/>
          <ac:spMkLst>
            <pc:docMk/>
            <pc:sldMk cId="2392452603" sldId="290"/>
            <ac:spMk id="3" creationId="{7C5CCAF8-298B-7B1E-0D83-E0A4623320E5}"/>
          </ac:spMkLst>
        </pc:spChg>
      </pc:sldChg>
      <pc:sldChg chg="modSp">
        <pc:chgData name="Antônio Carlos" userId="S::pf1976@fiap.com.br::c6b9001a-b440-4b7c-a460-643cf13ef2dd" providerId="AD" clId="Web-{794D8EDB-738F-B12E-18A4-0A87DACB9516}" dt="2025-06-25T14:02:49.373" v="5"/>
        <pc:sldMkLst>
          <pc:docMk/>
          <pc:sldMk cId="1386546842" sldId="291"/>
        </pc:sldMkLst>
        <pc:spChg chg="mod">
          <ac:chgData name="Antônio Carlos" userId="S::pf1976@fiap.com.br::c6b9001a-b440-4b7c-a460-643cf13ef2dd" providerId="AD" clId="Web-{794D8EDB-738F-B12E-18A4-0A87DACB9516}" dt="2025-06-25T14:02:49.373" v="5"/>
          <ac:spMkLst>
            <pc:docMk/>
            <pc:sldMk cId="1386546842" sldId="291"/>
            <ac:spMk id="3" creationId="{BF1CCA89-C970-1F66-08EE-E818E0F007F5}"/>
          </ac:spMkLst>
        </pc:spChg>
      </pc:sldChg>
      <pc:sldChg chg="modSp">
        <pc:chgData name="Antônio Carlos" userId="S::pf1976@fiap.com.br::c6b9001a-b440-4b7c-a460-643cf13ef2dd" providerId="AD" clId="Web-{794D8EDB-738F-B12E-18A4-0A87DACB9516}" dt="2025-06-25T14:02:55.982" v="6"/>
        <pc:sldMkLst>
          <pc:docMk/>
          <pc:sldMk cId="2746620845" sldId="292"/>
        </pc:sldMkLst>
        <pc:spChg chg="mod">
          <ac:chgData name="Antônio Carlos" userId="S::pf1976@fiap.com.br::c6b9001a-b440-4b7c-a460-643cf13ef2dd" providerId="AD" clId="Web-{794D8EDB-738F-B12E-18A4-0A87DACB9516}" dt="2025-06-25T14:02:55.982" v="6"/>
          <ac:spMkLst>
            <pc:docMk/>
            <pc:sldMk cId="2746620845" sldId="292"/>
            <ac:spMk id="3" creationId="{44CA0D22-87EC-945E-215B-46BDF5174CDE}"/>
          </ac:spMkLst>
        </pc:spChg>
      </pc:sldChg>
    </pc:docChg>
  </pc:docChgLst>
  <pc:docChgLst>
    <pc:chgData name="Antônio Carlos" userId="S::pf1976@fiap.com.br::c6b9001a-b440-4b7c-a460-643cf13ef2dd" providerId="AD" clId="Web-{172C57D2-D8C8-1989-0362-A1C325741C26}"/>
    <pc:docChg chg="addSld delSld modSld sldOrd">
      <pc:chgData name="Antônio Carlos" userId="S::pf1976@fiap.com.br::c6b9001a-b440-4b7c-a460-643cf13ef2dd" providerId="AD" clId="Web-{172C57D2-D8C8-1989-0362-A1C325741C26}" dt="2025-06-25T18:42:31.482" v="155" actId="1076"/>
      <pc:docMkLst>
        <pc:docMk/>
      </pc:docMkLst>
      <pc:sldChg chg="modSp">
        <pc:chgData name="Antônio Carlos" userId="S::pf1976@fiap.com.br::c6b9001a-b440-4b7c-a460-643cf13ef2dd" providerId="AD" clId="Web-{172C57D2-D8C8-1989-0362-A1C325741C26}" dt="2025-06-25T18:23:20.482" v="9" actId="20577"/>
        <pc:sldMkLst>
          <pc:docMk/>
          <pc:sldMk cId="2712682219" sldId="281"/>
        </pc:sldMkLst>
        <pc:spChg chg="mod">
          <ac:chgData name="Antônio Carlos" userId="S::pf1976@fiap.com.br::c6b9001a-b440-4b7c-a460-643cf13ef2dd" providerId="AD" clId="Web-{172C57D2-D8C8-1989-0362-A1C325741C26}" dt="2025-06-25T18:23:20.482" v="9" actId="20577"/>
          <ac:spMkLst>
            <pc:docMk/>
            <pc:sldMk cId="2712682219" sldId="281"/>
            <ac:spMk id="6" creationId="{07A1A1DD-C578-453E-0A96-0C279EEC6389}"/>
          </ac:spMkLst>
        </pc:spChg>
      </pc:sldChg>
      <pc:sldChg chg="del">
        <pc:chgData name="Antônio Carlos" userId="S::pf1976@fiap.com.br::c6b9001a-b440-4b7c-a460-643cf13ef2dd" providerId="AD" clId="Web-{172C57D2-D8C8-1989-0362-A1C325741C26}" dt="2025-06-25T18:25:45.861" v="11"/>
        <pc:sldMkLst>
          <pc:docMk/>
          <pc:sldMk cId="630123964" sldId="285"/>
        </pc:sldMkLst>
      </pc:sldChg>
      <pc:sldChg chg="del">
        <pc:chgData name="Antônio Carlos" userId="S::pf1976@fiap.com.br::c6b9001a-b440-4b7c-a460-643cf13ef2dd" providerId="AD" clId="Web-{172C57D2-D8C8-1989-0362-A1C325741C26}" dt="2025-06-25T18:25:45.845" v="10"/>
        <pc:sldMkLst>
          <pc:docMk/>
          <pc:sldMk cId="210706290" sldId="286"/>
        </pc:sldMkLst>
      </pc:sldChg>
      <pc:sldChg chg="modSp">
        <pc:chgData name="Antônio Carlos" userId="S::pf1976@fiap.com.br::c6b9001a-b440-4b7c-a460-643cf13ef2dd" providerId="AD" clId="Web-{172C57D2-D8C8-1989-0362-A1C325741C26}" dt="2025-06-25T18:29:31.430" v="25" actId="20577"/>
        <pc:sldMkLst>
          <pc:docMk/>
          <pc:sldMk cId="2392452603" sldId="290"/>
        </pc:sldMkLst>
        <pc:spChg chg="mod">
          <ac:chgData name="Antônio Carlos" userId="S::pf1976@fiap.com.br::c6b9001a-b440-4b7c-a460-643cf13ef2dd" providerId="AD" clId="Web-{172C57D2-D8C8-1989-0362-A1C325741C26}" dt="2025-06-25T18:29:31.430" v="25" actId="20577"/>
          <ac:spMkLst>
            <pc:docMk/>
            <pc:sldMk cId="2392452603" sldId="290"/>
            <ac:spMk id="3" creationId="{7C5CCAF8-298B-7B1E-0D83-E0A4623320E5}"/>
          </ac:spMkLst>
        </pc:spChg>
      </pc:sldChg>
      <pc:sldChg chg="modSp">
        <pc:chgData name="Antônio Carlos" userId="S::pf1976@fiap.com.br::c6b9001a-b440-4b7c-a460-643cf13ef2dd" providerId="AD" clId="Web-{172C57D2-D8C8-1989-0362-A1C325741C26}" dt="2025-06-25T18:34:55.923" v="105" actId="20577"/>
        <pc:sldMkLst>
          <pc:docMk/>
          <pc:sldMk cId="721865478" sldId="293"/>
        </pc:sldMkLst>
        <pc:spChg chg="mod">
          <ac:chgData name="Antônio Carlos" userId="S::pf1976@fiap.com.br::c6b9001a-b440-4b7c-a460-643cf13ef2dd" providerId="AD" clId="Web-{172C57D2-D8C8-1989-0362-A1C325741C26}" dt="2025-06-25T18:34:55.923" v="105" actId="20577"/>
          <ac:spMkLst>
            <pc:docMk/>
            <pc:sldMk cId="721865478" sldId="293"/>
            <ac:spMk id="9" creationId="{9C93215A-00BE-3B29-C87B-3ED7EF8736B9}"/>
          </ac:spMkLst>
        </pc:spChg>
      </pc:sldChg>
      <pc:sldChg chg="modSp add del replId">
        <pc:chgData name="Antônio Carlos" userId="S::pf1976@fiap.com.br::c6b9001a-b440-4b7c-a460-643cf13ef2dd" providerId="AD" clId="Web-{172C57D2-D8C8-1989-0362-A1C325741C26}" dt="2025-06-25T18:36:45.879" v="115"/>
        <pc:sldMkLst>
          <pc:docMk/>
          <pc:sldMk cId="1169898316" sldId="294"/>
        </pc:sldMkLst>
        <pc:spChg chg="mod">
          <ac:chgData name="Antônio Carlos" userId="S::pf1976@fiap.com.br::c6b9001a-b440-4b7c-a460-643cf13ef2dd" providerId="AD" clId="Web-{172C57D2-D8C8-1989-0362-A1C325741C26}" dt="2025-06-25T18:32:04.481" v="66" actId="20577"/>
          <ac:spMkLst>
            <pc:docMk/>
            <pc:sldMk cId="1169898316" sldId="294"/>
            <ac:spMk id="3" creationId="{DC238ABF-32C6-5A06-994B-34628D03CD73}"/>
          </ac:spMkLst>
        </pc:spChg>
      </pc:sldChg>
      <pc:sldChg chg="addSp modSp add ord replId">
        <pc:chgData name="Antônio Carlos" userId="S::pf1976@fiap.com.br::c6b9001a-b440-4b7c-a460-643cf13ef2dd" providerId="AD" clId="Web-{172C57D2-D8C8-1989-0362-A1C325741C26}" dt="2025-06-25T18:42:31.482" v="155" actId="1076"/>
        <pc:sldMkLst>
          <pc:docMk/>
          <pc:sldMk cId="2900242905" sldId="295"/>
        </pc:sldMkLst>
        <pc:spChg chg="add mod">
          <ac:chgData name="Antônio Carlos" userId="S::pf1976@fiap.com.br::c6b9001a-b440-4b7c-a460-643cf13ef2dd" providerId="AD" clId="Web-{172C57D2-D8C8-1989-0362-A1C325741C26}" dt="2025-06-25T18:41:21.011" v="150" actId="1076"/>
          <ac:spMkLst>
            <pc:docMk/>
            <pc:sldMk cId="2900242905" sldId="295"/>
            <ac:spMk id="2" creationId="{8D3E9E56-2897-7AB4-20D6-AD8B9B688BC4}"/>
          </ac:spMkLst>
        </pc:spChg>
        <pc:spChg chg="add mod">
          <ac:chgData name="Antônio Carlos" userId="S::pf1976@fiap.com.br::c6b9001a-b440-4b7c-a460-643cf13ef2dd" providerId="AD" clId="Web-{172C57D2-D8C8-1989-0362-A1C325741C26}" dt="2025-06-25T18:42:31.482" v="155" actId="1076"/>
          <ac:spMkLst>
            <pc:docMk/>
            <pc:sldMk cId="2900242905" sldId="295"/>
            <ac:spMk id="3" creationId="{5B537487-D3C5-E46A-A0AF-6BA478A3FEAC}"/>
          </ac:spMkLst>
        </pc:spChg>
        <pc:spChg chg="mod">
          <ac:chgData name="Antônio Carlos" userId="S::pf1976@fiap.com.br::c6b9001a-b440-4b7c-a460-643cf13ef2dd" providerId="AD" clId="Web-{172C57D2-D8C8-1989-0362-A1C325741C26}" dt="2025-06-25T18:33:39.983" v="103" actId="20577"/>
          <ac:spMkLst>
            <pc:docMk/>
            <pc:sldMk cId="2900242905" sldId="295"/>
            <ac:spMk id="5" creationId="{7894C10A-29F4-5E15-966D-E61EA886F3D3}"/>
          </ac:spMkLst>
        </pc:spChg>
        <pc:spChg chg="mod">
          <ac:chgData name="Antônio Carlos" userId="S::pf1976@fiap.com.br::c6b9001a-b440-4b7c-a460-643cf13ef2dd" providerId="AD" clId="Web-{172C57D2-D8C8-1989-0362-A1C325741C26}" dt="2025-06-25T18:39:33.415" v="126" actId="20577"/>
          <ac:spMkLst>
            <pc:docMk/>
            <pc:sldMk cId="2900242905" sldId="295"/>
            <ac:spMk id="9" creationId="{E7A23B51-A854-866C-0394-B957AD66B843}"/>
          </ac:spMkLst>
        </pc:spChg>
      </pc:sldChg>
    </pc:docChg>
  </pc:docChgLst>
  <pc:docChgLst>
    <pc:chgData name="Antônio Carlos" userId="S::pf1976@fiap.com.br::c6b9001a-b440-4b7c-a460-643cf13ef2dd" providerId="AD" clId="Web-{7B924EE6-BD5D-4D66-F847-D8665EE69E75}"/>
    <pc:docChg chg="addSld delSld modSld">
      <pc:chgData name="Antônio Carlos" userId="S::pf1976@fiap.com.br::c6b9001a-b440-4b7c-a460-643cf13ef2dd" providerId="AD" clId="Web-{7B924EE6-BD5D-4D66-F847-D8665EE69E75}" dt="2025-06-25T15:01:55.281" v="758"/>
      <pc:docMkLst>
        <pc:docMk/>
      </pc:docMkLst>
      <pc:sldChg chg="del">
        <pc:chgData name="Antônio Carlos" userId="S::pf1976@fiap.com.br::c6b9001a-b440-4b7c-a460-643cf13ef2dd" providerId="AD" clId="Web-{7B924EE6-BD5D-4D66-F847-D8665EE69E75}" dt="2025-06-25T15:01:55.281" v="758"/>
        <pc:sldMkLst>
          <pc:docMk/>
          <pc:sldMk cId="414246616" sldId="265"/>
        </pc:sldMkLst>
      </pc:sldChg>
      <pc:sldChg chg="del">
        <pc:chgData name="Antônio Carlos" userId="S::pf1976@fiap.com.br::c6b9001a-b440-4b7c-a460-643cf13ef2dd" providerId="AD" clId="Web-{7B924EE6-BD5D-4D66-F847-D8665EE69E75}" dt="2025-06-25T15:01:29.499" v="749"/>
        <pc:sldMkLst>
          <pc:docMk/>
          <pc:sldMk cId="1812676035" sldId="279"/>
        </pc:sldMkLst>
      </pc:sldChg>
      <pc:sldChg chg="del">
        <pc:chgData name="Antônio Carlos" userId="S::pf1976@fiap.com.br::c6b9001a-b440-4b7c-a460-643cf13ef2dd" providerId="AD" clId="Web-{7B924EE6-BD5D-4D66-F847-D8665EE69E75}" dt="2025-06-25T15:01:29.483" v="748"/>
        <pc:sldMkLst>
          <pc:docMk/>
          <pc:sldMk cId="1884854499" sldId="282"/>
        </pc:sldMkLst>
      </pc:sldChg>
      <pc:sldChg chg="del">
        <pc:chgData name="Antônio Carlos" userId="S::pf1976@fiap.com.br::c6b9001a-b440-4b7c-a460-643cf13ef2dd" providerId="AD" clId="Web-{7B924EE6-BD5D-4D66-F847-D8665EE69E75}" dt="2025-06-25T15:01:29.483" v="747"/>
        <pc:sldMkLst>
          <pc:docMk/>
          <pc:sldMk cId="2304797404" sldId="284"/>
        </pc:sldMkLst>
      </pc:sldChg>
      <pc:sldChg chg="modSp">
        <pc:chgData name="Antônio Carlos" userId="S::pf1976@fiap.com.br::c6b9001a-b440-4b7c-a460-643cf13ef2dd" providerId="AD" clId="Web-{7B924EE6-BD5D-4D66-F847-D8665EE69E75}" dt="2025-06-25T14:36:09.094" v="388" actId="20577"/>
        <pc:sldMkLst>
          <pc:docMk/>
          <pc:sldMk cId="185698191" sldId="287"/>
        </pc:sldMkLst>
        <pc:spChg chg="mod">
          <ac:chgData name="Antônio Carlos" userId="S::pf1976@fiap.com.br::c6b9001a-b440-4b7c-a460-643cf13ef2dd" providerId="AD" clId="Web-{7B924EE6-BD5D-4D66-F847-D8665EE69E75}" dt="2025-06-25T14:36:09.094" v="388" actId="20577"/>
          <ac:spMkLst>
            <pc:docMk/>
            <pc:sldMk cId="185698191" sldId="287"/>
            <ac:spMk id="6" creationId="{B9503F61-80A4-C8E7-6C66-BABC47276FA6}"/>
          </ac:spMkLst>
        </pc:spChg>
      </pc:sldChg>
      <pc:sldChg chg="modSp">
        <pc:chgData name="Antônio Carlos" userId="S::pf1976@fiap.com.br::c6b9001a-b440-4b7c-a460-643cf13ef2dd" providerId="AD" clId="Web-{7B924EE6-BD5D-4D66-F847-D8665EE69E75}" dt="2025-06-25T14:52:19.852" v="621"/>
        <pc:sldMkLst>
          <pc:docMk/>
          <pc:sldMk cId="3119615005" sldId="288"/>
        </pc:sldMkLst>
        <pc:spChg chg="mod">
          <ac:chgData name="Antônio Carlos" userId="S::pf1976@fiap.com.br::c6b9001a-b440-4b7c-a460-643cf13ef2dd" providerId="AD" clId="Web-{7B924EE6-BD5D-4D66-F847-D8665EE69E75}" dt="2025-06-25T14:52:19.852" v="621"/>
          <ac:spMkLst>
            <pc:docMk/>
            <pc:sldMk cId="3119615005" sldId="288"/>
            <ac:spMk id="6" creationId="{61A8F5FB-BA88-94CA-1A2F-4C334083BDC7}"/>
          </ac:spMkLst>
        </pc:spChg>
      </pc:sldChg>
      <pc:sldChg chg="addSp delSp modSp">
        <pc:chgData name="Antônio Carlos" userId="S::pf1976@fiap.com.br::c6b9001a-b440-4b7c-a460-643cf13ef2dd" providerId="AD" clId="Web-{7B924EE6-BD5D-4D66-F847-D8665EE69E75}" dt="2025-06-25T14:52:15.992" v="620"/>
        <pc:sldMkLst>
          <pc:docMk/>
          <pc:sldMk cId="1249261605" sldId="289"/>
        </pc:sldMkLst>
        <pc:spChg chg="del mod">
          <ac:chgData name="Antônio Carlos" userId="S::pf1976@fiap.com.br::c6b9001a-b440-4b7c-a460-643cf13ef2dd" providerId="AD" clId="Web-{7B924EE6-BD5D-4D66-F847-D8665EE69E75}" dt="2025-06-25T14:29:00.671" v="247"/>
          <ac:spMkLst>
            <pc:docMk/>
            <pc:sldMk cId="1249261605" sldId="289"/>
            <ac:spMk id="3" creationId="{E0B0A270-DADD-32CA-04C5-E38EA4EFD8CC}"/>
          </ac:spMkLst>
        </pc:spChg>
        <pc:spChg chg="add del mod">
          <ac:chgData name="Antônio Carlos" userId="S::pf1976@fiap.com.br::c6b9001a-b440-4b7c-a460-643cf13ef2dd" providerId="AD" clId="Web-{7B924EE6-BD5D-4D66-F847-D8665EE69E75}" dt="2025-06-25T14:29:23.515" v="250"/>
          <ac:spMkLst>
            <pc:docMk/>
            <pc:sldMk cId="1249261605" sldId="289"/>
            <ac:spMk id="4" creationId="{8B37388E-FAB0-EEAA-C761-95EDEDBAF544}"/>
          </ac:spMkLst>
        </pc:spChg>
        <pc:spChg chg="add del mod">
          <ac:chgData name="Antônio Carlos" userId="S::pf1976@fiap.com.br::c6b9001a-b440-4b7c-a460-643cf13ef2dd" providerId="AD" clId="Web-{7B924EE6-BD5D-4D66-F847-D8665EE69E75}" dt="2025-06-25T14:29:29.125" v="252"/>
          <ac:spMkLst>
            <pc:docMk/>
            <pc:sldMk cId="1249261605" sldId="289"/>
            <ac:spMk id="7" creationId="{0F37D2B2-9A68-53CA-4EE2-22C84AD9A879}"/>
          </ac:spMkLst>
        </pc:spChg>
        <pc:spChg chg="add mod">
          <ac:chgData name="Antônio Carlos" userId="S::pf1976@fiap.com.br::c6b9001a-b440-4b7c-a460-643cf13ef2dd" providerId="AD" clId="Web-{7B924EE6-BD5D-4D66-F847-D8665EE69E75}" dt="2025-06-25T14:52:15.992" v="620"/>
          <ac:spMkLst>
            <pc:docMk/>
            <pc:sldMk cId="1249261605" sldId="289"/>
            <ac:spMk id="9" creationId="{A8996FE5-5829-166A-A45A-0B8F44F75FAD}"/>
          </ac:spMkLst>
        </pc:spChg>
      </pc:sldChg>
      <pc:sldChg chg="modSp">
        <pc:chgData name="Antônio Carlos" userId="S::pf1976@fiap.com.br::c6b9001a-b440-4b7c-a460-643cf13ef2dd" providerId="AD" clId="Web-{7B924EE6-BD5D-4D66-F847-D8665EE69E75}" dt="2025-06-25T15:01:51.250" v="757" actId="20577"/>
        <pc:sldMkLst>
          <pc:docMk/>
          <pc:sldMk cId="2392452603" sldId="290"/>
        </pc:sldMkLst>
        <pc:spChg chg="mod">
          <ac:chgData name="Antônio Carlos" userId="S::pf1976@fiap.com.br::c6b9001a-b440-4b7c-a460-643cf13ef2dd" providerId="AD" clId="Web-{7B924EE6-BD5D-4D66-F847-D8665EE69E75}" dt="2025-06-25T15:01:51.250" v="757" actId="20577"/>
          <ac:spMkLst>
            <pc:docMk/>
            <pc:sldMk cId="2392452603" sldId="290"/>
            <ac:spMk id="3" creationId="{7C5CCAF8-298B-7B1E-0D83-E0A4623320E5}"/>
          </ac:spMkLst>
        </pc:spChg>
      </pc:sldChg>
      <pc:sldChg chg="modSp">
        <pc:chgData name="Antônio Carlos" userId="S::pf1976@fiap.com.br::c6b9001a-b440-4b7c-a460-643cf13ef2dd" providerId="AD" clId="Web-{7B924EE6-BD5D-4D66-F847-D8665EE69E75}" dt="2025-06-25T14:50:17.222" v="584" actId="20577"/>
        <pc:sldMkLst>
          <pc:docMk/>
          <pc:sldMk cId="1386546842" sldId="291"/>
        </pc:sldMkLst>
        <pc:spChg chg="mod">
          <ac:chgData name="Antônio Carlos" userId="S::pf1976@fiap.com.br::c6b9001a-b440-4b7c-a460-643cf13ef2dd" providerId="AD" clId="Web-{7B924EE6-BD5D-4D66-F847-D8665EE69E75}" dt="2025-06-25T14:50:17.222" v="584" actId="20577"/>
          <ac:spMkLst>
            <pc:docMk/>
            <pc:sldMk cId="1386546842" sldId="291"/>
            <ac:spMk id="3" creationId="{BF1CCA89-C970-1F66-08EE-E818E0F007F5}"/>
          </ac:spMkLst>
        </pc:spChg>
      </pc:sldChg>
      <pc:sldChg chg="modSp">
        <pc:chgData name="Antônio Carlos" userId="S::pf1976@fiap.com.br::c6b9001a-b440-4b7c-a460-643cf13ef2dd" providerId="AD" clId="Web-{7B924EE6-BD5D-4D66-F847-D8665EE69E75}" dt="2025-06-25T15:01:22.483" v="746" actId="20577"/>
        <pc:sldMkLst>
          <pc:docMk/>
          <pc:sldMk cId="2746620845" sldId="292"/>
        </pc:sldMkLst>
        <pc:spChg chg="mod">
          <ac:chgData name="Antônio Carlos" userId="S::pf1976@fiap.com.br::c6b9001a-b440-4b7c-a460-643cf13ef2dd" providerId="AD" clId="Web-{7B924EE6-BD5D-4D66-F847-D8665EE69E75}" dt="2025-06-25T15:01:22.483" v="746" actId="20577"/>
          <ac:spMkLst>
            <pc:docMk/>
            <pc:sldMk cId="2746620845" sldId="292"/>
            <ac:spMk id="3" creationId="{44CA0D22-87EC-945E-215B-46BDF5174CDE}"/>
          </ac:spMkLst>
        </pc:spChg>
      </pc:sldChg>
      <pc:sldChg chg="modSp add replId">
        <pc:chgData name="Antônio Carlos" userId="S::pf1976@fiap.com.br::c6b9001a-b440-4b7c-a460-643cf13ef2dd" providerId="AD" clId="Web-{7B924EE6-BD5D-4D66-F847-D8665EE69E75}" dt="2025-06-25T14:51:02.833" v="599" actId="20577"/>
        <pc:sldMkLst>
          <pc:docMk/>
          <pc:sldMk cId="721865478" sldId="293"/>
        </pc:sldMkLst>
        <pc:spChg chg="mod">
          <ac:chgData name="Antônio Carlos" userId="S::pf1976@fiap.com.br::c6b9001a-b440-4b7c-a460-643cf13ef2dd" providerId="AD" clId="Web-{7B924EE6-BD5D-4D66-F847-D8665EE69E75}" dt="2025-06-25T14:51:02.833" v="599" actId="20577"/>
          <ac:spMkLst>
            <pc:docMk/>
            <pc:sldMk cId="721865478" sldId="293"/>
            <ac:spMk id="9" creationId="{9C93215A-00BE-3B29-C87B-3ED7EF8736B9}"/>
          </ac:spMkLst>
        </pc:spChg>
      </pc:sldChg>
    </pc:docChg>
  </pc:docChgLst>
  <pc:docChgLst>
    <pc:chgData name="Antônio Carlos" userId="S::pf1976@fiap.com.br::c6b9001a-b440-4b7c-a460-643cf13ef2dd" providerId="AD" clId="Web-{12DAA707-5C61-F7E9-F931-A3634550490E}"/>
    <pc:docChg chg="modSld">
      <pc:chgData name="Antônio Carlos" userId="S::pf1976@fiap.com.br::c6b9001a-b440-4b7c-a460-643cf13ef2dd" providerId="AD" clId="Web-{12DAA707-5C61-F7E9-F931-A3634550490E}" dt="2025-06-25T18:46:01.261" v="18" actId="1076"/>
      <pc:docMkLst>
        <pc:docMk/>
      </pc:docMkLst>
      <pc:sldChg chg="addSp modSp">
        <pc:chgData name="Antônio Carlos" userId="S::pf1976@fiap.com.br::c6b9001a-b440-4b7c-a460-643cf13ef2dd" providerId="AD" clId="Web-{12DAA707-5C61-F7E9-F931-A3634550490E}" dt="2025-06-25T18:46:01.261" v="18" actId="1076"/>
        <pc:sldMkLst>
          <pc:docMk/>
          <pc:sldMk cId="2392452603" sldId="290"/>
        </pc:sldMkLst>
        <pc:spChg chg="add mod">
          <ac:chgData name="Antônio Carlos" userId="S::pf1976@fiap.com.br::c6b9001a-b440-4b7c-a460-643cf13ef2dd" providerId="AD" clId="Web-{12DAA707-5C61-F7E9-F931-A3634550490E}" dt="2025-06-25T18:46:01.261" v="18" actId="1076"/>
          <ac:spMkLst>
            <pc:docMk/>
            <pc:sldMk cId="2392452603" sldId="290"/>
            <ac:spMk id="4" creationId="{CE2C7873-E58F-81F8-12E8-6871D6583C9F}"/>
          </ac:spMkLst>
        </pc:spChg>
      </pc:sldChg>
      <pc:sldChg chg="addSp modSp">
        <pc:chgData name="Antônio Carlos" userId="S::pf1976@fiap.com.br::c6b9001a-b440-4b7c-a460-643cf13ef2dd" providerId="AD" clId="Web-{12DAA707-5C61-F7E9-F931-A3634550490E}" dt="2025-06-25T18:45:25.651" v="11" actId="20577"/>
        <pc:sldMkLst>
          <pc:docMk/>
          <pc:sldMk cId="2900242905" sldId="295"/>
        </pc:sldMkLst>
        <pc:spChg chg="add mod">
          <ac:chgData name="Antônio Carlos" userId="S::pf1976@fiap.com.br::c6b9001a-b440-4b7c-a460-643cf13ef2dd" providerId="AD" clId="Web-{12DAA707-5C61-F7E9-F931-A3634550490E}" dt="2025-06-25T18:45:25.651" v="11" actId="20577"/>
          <ac:spMkLst>
            <pc:docMk/>
            <pc:sldMk cId="2900242905" sldId="295"/>
            <ac:spMk id="4" creationId="{45B7E2DE-C308-11E1-5755-841439068E90}"/>
          </ac:spMkLst>
        </pc:spChg>
      </pc:sldChg>
    </pc:docChg>
  </pc:docChgLst>
  <pc:docChgLst>
    <pc:chgData name="Antônio Carlos" userId="S::pf1976@fiap.com.br::c6b9001a-b440-4b7c-a460-643cf13ef2dd" providerId="AD" clId="Web-{E140B310-203D-21B7-EFF6-7456F6114797}"/>
    <pc:docChg chg="delSld modSld">
      <pc:chgData name="Antônio Carlos" userId="S::pf1976@fiap.com.br::c6b9001a-b440-4b7c-a460-643cf13ef2dd" providerId="AD" clId="Web-{E140B310-203D-21B7-EFF6-7456F6114797}" dt="2025-06-26T11:20:41.661" v="1"/>
      <pc:docMkLst>
        <pc:docMk/>
      </pc:docMkLst>
      <pc:sldChg chg="del">
        <pc:chgData name="Antônio Carlos" userId="S::pf1976@fiap.com.br::c6b9001a-b440-4b7c-a460-643cf13ef2dd" providerId="AD" clId="Web-{E140B310-203D-21B7-EFF6-7456F6114797}" dt="2025-06-26T11:20:41.661" v="1"/>
        <pc:sldMkLst>
          <pc:docMk/>
          <pc:sldMk cId="2392452603" sldId="290"/>
        </pc:sldMkLst>
      </pc:sldChg>
      <pc:sldChg chg="delSp">
        <pc:chgData name="Antônio Carlos" userId="S::pf1976@fiap.com.br::c6b9001a-b440-4b7c-a460-643cf13ef2dd" providerId="AD" clId="Web-{E140B310-203D-21B7-EFF6-7456F6114797}" dt="2025-06-26T11:20:26.285" v="0"/>
        <pc:sldMkLst>
          <pc:docMk/>
          <pc:sldMk cId="2900242905" sldId="295"/>
        </pc:sldMkLst>
        <pc:spChg chg="del">
          <ac:chgData name="Antônio Carlos" userId="S::pf1976@fiap.com.br::c6b9001a-b440-4b7c-a460-643cf13ef2dd" providerId="AD" clId="Web-{E140B310-203D-21B7-EFF6-7456F6114797}" dt="2025-06-26T11:20:26.285" v="0"/>
          <ac:spMkLst>
            <pc:docMk/>
            <pc:sldMk cId="2900242905" sldId="295"/>
            <ac:spMk id="4" creationId="{45B7E2DE-C308-11E1-5755-841439068E90}"/>
          </ac:spMkLst>
        </pc:spChg>
      </pc:sldChg>
    </pc:docChg>
  </pc:docChgLst>
  <pc:docChgLst>
    <pc:chgData name="Antônio Carlos" userId="S::pf1976@fiap.com.br::c6b9001a-b440-4b7c-a460-643cf13ef2dd" providerId="AD" clId="Web-{C651C44D-B2A7-7EB2-3A54-06BED1DF4A35}"/>
    <pc:docChg chg="addSld modSld">
      <pc:chgData name="Antônio Carlos" userId="S::pf1976@fiap.com.br::c6b9001a-b440-4b7c-a460-643cf13ef2dd" providerId="AD" clId="Web-{C651C44D-B2A7-7EB2-3A54-06BED1DF4A35}" dt="2025-06-25T13:59:12.591" v="80" actId="20577"/>
      <pc:docMkLst>
        <pc:docMk/>
      </pc:docMkLst>
      <pc:sldChg chg="modSp">
        <pc:chgData name="Antônio Carlos" userId="S::pf1976@fiap.com.br::c6b9001a-b440-4b7c-a460-643cf13ef2dd" providerId="AD" clId="Web-{C651C44D-B2A7-7EB2-3A54-06BED1DF4A35}" dt="2025-06-25T13:43:57.781" v="0" actId="20577"/>
        <pc:sldMkLst>
          <pc:docMk/>
          <pc:sldMk cId="2712682219" sldId="281"/>
        </pc:sldMkLst>
        <pc:spChg chg="mod">
          <ac:chgData name="Antônio Carlos" userId="S::pf1976@fiap.com.br::c6b9001a-b440-4b7c-a460-643cf13ef2dd" providerId="AD" clId="Web-{C651C44D-B2A7-7EB2-3A54-06BED1DF4A35}" dt="2025-06-25T13:43:57.781" v="0" actId="20577"/>
          <ac:spMkLst>
            <pc:docMk/>
            <pc:sldMk cId="2712682219" sldId="281"/>
            <ac:spMk id="6" creationId="{07A1A1DD-C578-453E-0A96-0C279EEC6389}"/>
          </ac:spMkLst>
        </pc:spChg>
      </pc:sldChg>
      <pc:sldChg chg="modSp add replId">
        <pc:chgData name="Antônio Carlos" userId="S::pf1976@fiap.com.br::c6b9001a-b440-4b7c-a460-643cf13ef2dd" providerId="AD" clId="Web-{C651C44D-B2A7-7EB2-3A54-06BED1DF4A35}" dt="2025-06-25T13:55:45.881" v="13" actId="20577"/>
        <pc:sldMkLst>
          <pc:docMk/>
          <pc:sldMk cId="185698191" sldId="287"/>
        </pc:sldMkLst>
        <pc:spChg chg="mod">
          <ac:chgData name="Antônio Carlos" userId="S::pf1976@fiap.com.br::c6b9001a-b440-4b7c-a460-643cf13ef2dd" providerId="AD" clId="Web-{C651C44D-B2A7-7EB2-3A54-06BED1DF4A35}" dt="2025-06-25T13:54:44.083" v="6"/>
          <ac:spMkLst>
            <pc:docMk/>
            <pc:sldMk cId="185698191" sldId="287"/>
            <ac:spMk id="2" creationId="{A682AFC7-A83A-00CD-0749-68DA2338052E}"/>
          </ac:spMkLst>
        </pc:spChg>
        <pc:spChg chg="mod">
          <ac:chgData name="Antônio Carlos" userId="S::pf1976@fiap.com.br::c6b9001a-b440-4b7c-a460-643cf13ef2dd" providerId="AD" clId="Web-{C651C44D-B2A7-7EB2-3A54-06BED1DF4A35}" dt="2025-06-25T13:55:45.881" v="13" actId="20577"/>
          <ac:spMkLst>
            <pc:docMk/>
            <pc:sldMk cId="185698191" sldId="287"/>
            <ac:spMk id="6" creationId="{B9503F61-80A4-C8E7-6C66-BABC47276FA6}"/>
          </ac:spMkLst>
        </pc:spChg>
      </pc:sldChg>
      <pc:sldChg chg="modSp add replId">
        <pc:chgData name="Antônio Carlos" userId="S::pf1976@fiap.com.br::c6b9001a-b440-4b7c-a460-643cf13ef2dd" providerId="AD" clId="Web-{C651C44D-B2A7-7EB2-3A54-06BED1DF4A35}" dt="2025-06-25T13:56:47.524" v="23" actId="20577"/>
        <pc:sldMkLst>
          <pc:docMk/>
          <pc:sldMk cId="3119615005" sldId="288"/>
        </pc:sldMkLst>
        <pc:spChg chg="mod">
          <ac:chgData name="Antônio Carlos" userId="S::pf1976@fiap.com.br::c6b9001a-b440-4b7c-a460-643cf13ef2dd" providerId="AD" clId="Web-{C651C44D-B2A7-7EB2-3A54-06BED1DF4A35}" dt="2025-06-25T13:55:25.990" v="10" actId="20577"/>
          <ac:spMkLst>
            <pc:docMk/>
            <pc:sldMk cId="3119615005" sldId="288"/>
            <ac:spMk id="2" creationId="{0ED3961F-89EE-E8DD-618A-3E19DB88DD40}"/>
          </ac:spMkLst>
        </pc:spChg>
        <pc:spChg chg="mod">
          <ac:chgData name="Antônio Carlos" userId="S::pf1976@fiap.com.br::c6b9001a-b440-4b7c-a460-643cf13ef2dd" providerId="AD" clId="Web-{C651C44D-B2A7-7EB2-3A54-06BED1DF4A35}" dt="2025-06-25T13:56:47.524" v="23" actId="20577"/>
          <ac:spMkLst>
            <pc:docMk/>
            <pc:sldMk cId="3119615005" sldId="288"/>
            <ac:spMk id="6" creationId="{61A8F5FB-BA88-94CA-1A2F-4C334083BDC7}"/>
          </ac:spMkLst>
        </pc:spChg>
      </pc:sldChg>
      <pc:sldChg chg="addSp delSp modSp new">
        <pc:chgData name="Antônio Carlos" userId="S::pf1976@fiap.com.br::c6b9001a-b440-4b7c-a460-643cf13ef2dd" providerId="AD" clId="Web-{C651C44D-B2A7-7EB2-3A54-06BED1DF4A35}" dt="2025-06-25T13:57:44.604" v="35" actId="20577"/>
        <pc:sldMkLst>
          <pc:docMk/>
          <pc:sldMk cId="1249261605" sldId="289"/>
        </pc:sldMkLst>
        <pc:spChg chg="del mod">
          <ac:chgData name="Antônio Carlos" userId="S::pf1976@fiap.com.br::c6b9001a-b440-4b7c-a460-643cf13ef2dd" providerId="AD" clId="Web-{C651C44D-B2A7-7EB2-3A54-06BED1DF4A35}" dt="2025-06-25T13:56:16.398" v="17"/>
          <ac:spMkLst>
            <pc:docMk/>
            <pc:sldMk cId="1249261605" sldId="289"/>
            <ac:spMk id="2" creationId="{35593D1C-F58A-8D03-BA85-7E66F93158C4}"/>
          </ac:spMkLst>
        </pc:spChg>
        <pc:spChg chg="mod">
          <ac:chgData name="Antônio Carlos" userId="S::pf1976@fiap.com.br::c6b9001a-b440-4b7c-a460-643cf13ef2dd" providerId="AD" clId="Web-{C651C44D-B2A7-7EB2-3A54-06BED1DF4A35}" dt="2025-06-25T13:57:44.604" v="35" actId="20577"/>
          <ac:spMkLst>
            <pc:docMk/>
            <pc:sldMk cId="1249261605" sldId="289"/>
            <ac:spMk id="3" creationId="{E0B0A270-DADD-32CA-04C5-E38EA4EFD8CC}"/>
          </ac:spMkLst>
        </pc:spChg>
        <pc:spChg chg="add mod">
          <ac:chgData name="Antônio Carlos" userId="S::pf1976@fiap.com.br::c6b9001a-b440-4b7c-a460-643cf13ef2dd" providerId="AD" clId="Web-{C651C44D-B2A7-7EB2-3A54-06BED1DF4A35}" dt="2025-06-25T13:56:59.165" v="31" actId="20577"/>
          <ac:spMkLst>
            <pc:docMk/>
            <pc:sldMk cId="1249261605" sldId="289"/>
            <ac:spMk id="5" creationId="{9AC15849-8BFD-B7EC-C735-416DB0FE0651}"/>
          </ac:spMkLst>
        </pc:spChg>
      </pc:sldChg>
      <pc:sldChg chg="modSp add replId">
        <pc:chgData name="Antônio Carlos" userId="S::pf1976@fiap.com.br::c6b9001a-b440-4b7c-a460-643cf13ef2dd" providerId="AD" clId="Web-{C651C44D-B2A7-7EB2-3A54-06BED1DF4A35}" dt="2025-06-25T13:58:12.886" v="50" actId="20577"/>
        <pc:sldMkLst>
          <pc:docMk/>
          <pc:sldMk cId="2392452603" sldId="290"/>
        </pc:sldMkLst>
        <pc:spChg chg="mod">
          <ac:chgData name="Antônio Carlos" userId="S::pf1976@fiap.com.br::c6b9001a-b440-4b7c-a460-643cf13ef2dd" providerId="AD" clId="Web-{C651C44D-B2A7-7EB2-3A54-06BED1DF4A35}" dt="2025-06-25T13:58:12.886" v="50" actId="20577"/>
          <ac:spMkLst>
            <pc:docMk/>
            <pc:sldMk cId="2392452603" sldId="290"/>
            <ac:spMk id="3" creationId="{7C5CCAF8-298B-7B1E-0D83-E0A4623320E5}"/>
          </ac:spMkLst>
        </pc:spChg>
        <pc:spChg chg="mod">
          <ac:chgData name="Antônio Carlos" userId="S::pf1976@fiap.com.br::c6b9001a-b440-4b7c-a460-643cf13ef2dd" providerId="AD" clId="Web-{C651C44D-B2A7-7EB2-3A54-06BED1DF4A35}" dt="2025-06-25T13:57:53.307" v="41" actId="20577"/>
          <ac:spMkLst>
            <pc:docMk/>
            <pc:sldMk cId="2392452603" sldId="290"/>
            <ac:spMk id="5" creationId="{D917D7AA-E2BE-F4CD-3CAD-56E392D7DAEE}"/>
          </ac:spMkLst>
        </pc:spChg>
      </pc:sldChg>
      <pc:sldChg chg="modSp add replId">
        <pc:chgData name="Antônio Carlos" userId="S::pf1976@fiap.com.br::c6b9001a-b440-4b7c-a460-643cf13ef2dd" providerId="AD" clId="Web-{C651C44D-B2A7-7EB2-3A54-06BED1DF4A35}" dt="2025-06-25T13:58:45.059" v="69" actId="20577"/>
        <pc:sldMkLst>
          <pc:docMk/>
          <pc:sldMk cId="1386546842" sldId="291"/>
        </pc:sldMkLst>
        <pc:spChg chg="mod">
          <ac:chgData name="Antônio Carlos" userId="S::pf1976@fiap.com.br::c6b9001a-b440-4b7c-a460-643cf13ef2dd" providerId="AD" clId="Web-{C651C44D-B2A7-7EB2-3A54-06BED1DF4A35}" dt="2025-06-25T13:58:45.059" v="69" actId="20577"/>
          <ac:spMkLst>
            <pc:docMk/>
            <pc:sldMk cId="1386546842" sldId="291"/>
            <ac:spMk id="3" creationId="{BF1CCA89-C970-1F66-08EE-E818E0F007F5}"/>
          </ac:spMkLst>
        </pc:spChg>
        <pc:spChg chg="mod">
          <ac:chgData name="Antônio Carlos" userId="S::pf1976@fiap.com.br::c6b9001a-b440-4b7c-a460-643cf13ef2dd" providerId="AD" clId="Web-{C651C44D-B2A7-7EB2-3A54-06BED1DF4A35}" dt="2025-06-25T13:58:26.996" v="61" actId="20577"/>
          <ac:spMkLst>
            <pc:docMk/>
            <pc:sldMk cId="1386546842" sldId="291"/>
            <ac:spMk id="5" creationId="{D29B89DE-8EDF-6347-C1A1-CC853821C00C}"/>
          </ac:spMkLst>
        </pc:spChg>
      </pc:sldChg>
      <pc:sldChg chg="modSp add replId">
        <pc:chgData name="Antônio Carlos" userId="S::pf1976@fiap.com.br::c6b9001a-b440-4b7c-a460-643cf13ef2dd" providerId="AD" clId="Web-{C651C44D-B2A7-7EB2-3A54-06BED1DF4A35}" dt="2025-06-25T13:59:12.591" v="80" actId="20577"/>
        <pc:sldMkLst>
          <pc:docMk/>
          <pc:sldMk cId="2746620845" sldId="292"/>
        </pc:sldMkLst>
        <pc:spChg chg="mod">
          <ac:chgData name="Antônio Carlos" userId="S::pf1976@fiap.com.br::c6b9001a-b440-4b7c-a460-643cf13ef2dd" providerId="AD" clId="Web-{C651C44D-B2A7-7EB2-3A54-06BED1DF4A35}" dt="2025-06-25T13:59:12.591" v="80" actId="20577"/>
          <ac:spMkLst>
            <pc:docMk/>
            <pc:sldMk cId="2746620845" sldId="292"/>
            <ac:spMk id="3" creationId="{44CA0D22-87EC-945E-215B-46BDF5174CDE}"/>
          </ac:spMkLst>
        </pc:spChg>
        <pc:spChg chg="mod">
          <ac:chgData name="Antônio Carlos" userId="S::pf1976@fiap.com.br::c6b9001a-b440-4b7c-a460-643cf13ef2dd" providerId="AD" clId="Web-{C651C44D-B2A7-7EB2-3A54-06BED1DF4A35}" dt="2025-06-25T13:59:01.044" v="77" actId="20577"/>
          <ac:spMkLst>
            <pc:docMk/>
            <pc:sldMk cId="2746620845" sldId="292"/>
            <ac:spMk id="5" creationId="{5E644583-9551-6426-057A-D812EA8641E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B624A3-CE52-4C74-A229-E981F2613C05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A1F935-54EC-431E-9D45-340CE3D3354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1576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737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491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1359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5021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0966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0811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219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260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7614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270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70468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86104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62622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0436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91525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64955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63201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53610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41299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367523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38998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73926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Slide de Título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35704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3178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51AB6-5151-4984-BEBB-935B1FC03646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2B4D2-13D7-4599-8294-B3013E98A6F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8757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31085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exemplo.com/dashboard-projeto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exemplo.com/videopitchsolucaox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1" descr="Padrão do plano de fundo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33734" y="2660145"/>
            <a:ext cx="6724532" cy="768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60161" y="4081331"/>
            <a:ext cx="3471679" cy="484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1"/>
          <p:cNvPicPr preferRelativeResize="0"/>
          <p:nvPr/>
        </p:nvPicPr>
        <p:blipFill rotWithShape="1">
          <a:blip r:embed="rId6">
            <a:alphaModFix/>
          </a:blip>
          <a:srcRect l="20963" r="20963"/>
          <a:stretch/>
        </p:blipFill>
        <p:spPr>
          <a:xfrm>
            <a:off x="5585953" y="2009024"/>
            <a:ext cx="1020095" cy="3057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2AC8FCA2-4BD9-067C-E92F-96972B58E8D1}"/>
              </a:ext>
            </a:extLst>
          </p:cNvPr>
          <p:cNvSpPr txBox="1"/>
          <p:nvPr/>
        </p:nvSpPr>
        <p:spPr>
          <a:xfrm>
            <a:off x="27190" y="3315878"/>
            <a:ext cx="12004547" cy="3735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33CC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srgbClr val="2B579A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Na SPRINT 4, que corresponde a última fase, </a:t>
            </a:r>
            <a:r>
              <a:rPr lang="pt-BR" dirty="0"/>
              <a:t>é esperado que seu grupo tenha como foco a entrega do projeto funcionando, acompanhado de um PPT com a apresentação completa do projeto e um vídeo pitch, demonstrando a solução em funcionamento. 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33CC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lang="pt-BR" sz="800" dirty="0"/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33CC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pt-BR" dirty="0"/>
              <a:t>Depois da conclusão dessas entregas, é solicitado todos os códigos fontes e que esses arquivos sejam compactados e enviados ao portal da FIAP, utilizando o RM do aluno responsável pelo grupo.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33CC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pt-B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FF33CC"/>
              </a:buClr>
              <a:buFont typeface="Wingdings" panose="05000000000000000000" pitchFamily="2" charset="2"/>
              <a:buChar char="§"/>
              <a:defRPr/>
            </a:pPr>
            <a:r>
              <a:rPr lang="pt-BR" dirty="0"/>
              <a:t>Analise cuidadosamente </a:t>
            </a:r>
            <a:r>
              <a:rPr lang="pt-BR" dirty="0">
                <a:solidFill>
                  <a:srgbClr val="0070C0"/>
                </a:solidFill>
              </a:rPr>
              <a:t>cada slide a seguir e caso tenha dúvidas procure o professor Scrum Master </a:t>
            </a:r>
            <a:r>
              <a:rPr lang="pt-BR" dirty="0"/>
              <a:t>para que ele possa contribuir com os seus próximos passos. 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33CC"/>
              </a:buClr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+mn-cs"/>
              </a:rPr>
              <a:t> </a:t>
            </a: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6AECE4-04D0-850E-F7D6-2CD3FF264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0" y="0"/>
            <a:ext cx="4764907" cy="3149472"/>
          </a:xfrm>
          <a:prstGeom prst="rect">
            <a:avLst/>
          </a:prstGeom>
        </p:spPr>
      </p:pic>
      <p:pic>
        <p:nvPicPr>
          <p:cNvPr id="2" name="Picture 1" descr="Suporte | Tire suas dúvidas sobre produtos e serviços - Locaweb">
            <a:extLst>
              <a:ext uri="{FF2B5EF4-FFF2-40B4-BE49-F238E27FC236}">
                <a16:creationId xmlns:a16="http://schemas.microsoft.com/office/drawing/2014/main" id="{25268A8E-5A72-F726-9714-70735B0FA0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0187" y="1312160"/>
            <a:ext cx="2018551" cy="765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F44200-038D-995B-D0C5-FA6406FFD3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6831" y="0"/>
            <a:ext cx="4764906" cy="3116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563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C922F-5139-ED53-04E4-F2DB2765F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725F39-6356-4DC8-B834-8A6AF50299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59290" y="841306"/>
            <a:ext cx="7673419" cy="865902"/>
          </a:xfrm>
        </p:spPr>
        <p:txBody>
          <a:bodyPr>
            <a:normAutofit/>
          </a:bodyPr>
          <a:lstStyle/>
          <a:p>
            <a:r>
              <a:rPr lang="pt-BR" sz="4400" b="1" dirty="0"/>
              <a:t>NOME DA SOLUÇÃO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725C70B-E26F-3F30-965F-78E8FAB518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33392" y="3001540"/>
            <a:ext cx="6913514" cy="1655762"/>
          </a:xfrm>
        </p:spPr>
        <p:txBody>
          <a:bodyPr>
            <a:normAutofit/>
          </a:bodyPr>
          <a:lstStyle/>
          <a:p>
            <a:pPr algn="l"/>
            <a:r>
              <a:rPr lang="pt-BR" sz="2000" dirty="0"/>
              <a:t>Fique a vontade em incrementar sua entrega, colando a foto de cada componente da equipe e mais alguma informação que julgar pertinente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2760B0D-AD9D-B7F6-83A6-845BEB9AC731}"/>
              </a:ext>
            </a:extLst>
          </p:cNvPr>
          <p:cNvSpPr txBox="1"/>
          <p:nvPr/>
        </p:nvSpPr>
        <p:spPr>
          <a:xfrm>
            <a:off x="5133392" y="3985934"/>
            <a:ext cx="68046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Observação: A formação dos slides (cores, fontes de texto, imagens, ficam a critério de cada Equipe) faz parte dos critérios de avaliação do projeto. 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07CA94E2-FCC2-297F-459F-065476029B96}"/>
              </a:ext>
            </a:extLst>
          </p:cNvPr>
          <p:cNvSpPr txBox="1">
            <a:spLocks/>
          </p:cNvSpPr>
          <p:nvPr/>
        </p:nvSpPr>
        <p:spPr>
          <a:xfrm>
            <a:off x="53654" y="929431"/>
            <a:ext cx="1978346" cy="841307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pt-B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&lt;INSIRA AQUI O LOGOTIPO DO PROJETO&gt;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pt-B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16357CF4-4C36-58FB-1C18-C170828F6671}"/>
              </a:ext>
            </a:extLst>
          </p:cNvPr>
          <p:cNvSpPr txBox="1">
            <a:spLocks/>
          </p:cNvSpPr>
          <p:nvPr/>
        </p:nvSpPr>
        <p:spPr>
          <a:xfrm>
            <a:off x="53654" y="1915127"/>
            <a:ext cx="663778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Turma : </a:t>
            </a: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&lt;</a:t>
            </a: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insira aqui o número de sua turma</a:t>
            </a: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&gt;</a:t>
            </a:r>
            <a:endParaRPr kumimoji="0" lang="pt-BR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Nome da Equipe: </a:t>
            </a: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&lt;insira aqui o nome da equipe&gt;</a:t>
            </a:r>
          </a:p>
        </p:txBody>
      </p:sp>
      <p:graphicFrame>
        <p:nvGraphicFramePr>
          <p:cNvPr id="9" name="Tabela 9">
            <a:extLst>
              <a:ext uri="{FF2B5EF4-FFF2-40B4-BE49-F238E27FC236}">
                <a16:creationId xmlns:a16="http://schemas.microsoft.com/office/drawing/2014/main" id="{4C54B8AD-6FC2-F733-3821-4A15FF5D55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201700"/>
              </p:ext>
            </p:extLst>
          </p:nvPr>
        </p:nvGraphicFramePr>
        <p:xfrm>
          <a:off x="145094" y="2840852"/>
          <a:ext cx="4745872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1913">
                  <a:extLst>
                    <a:ext uri="{9D8B030D-6E8A-4147-A177-3AD203B41FA5}">
                      <a16:colId xmlns:a16="http://schemas.microsoft.com/office/drawing/2014/main" val="2795118199"/>
                    </a:ext>
                  </a:extLst>
                </a:gridCol>
                <a:gridCol w="1743959">
                  <a:extLst>
                    <a:ext uri="{9D8B030D-6E8A-4147-A177-3AD203B41FA5}">
                      <a16:colId xmlns:a16="http://schemas.microsoft.com/office/drawing/2014/main" val="9620406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Nome do aluno em ordem alfabética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b="0">
                          <a:solidFill>
                            <a:schemeClr val="tx1"/>
                          </a:solidFill>
                        </a:rPr>
                        <a:t>RM do Aluno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1547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400" b="1">
                          <a:solidFill>
                            <a:srgbClr val="0070C0"/>
                          </a:solidFill>
                        </a:rPr>
                        <a:t>&lt;nome_aluno_1&gt;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1">
                          <a:solidFill>
                            <a:srgbClr val="0070C0"/>
                          </a:solidFill>
                        </a:rPr>
                        <a:t>&lt;rm_aluno1&gt;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3110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400" b="1">
                          <a:solidFill>
                            <a:srgbClr val="0070C0"/>
                          </a:solidFill>
                        </a:rPr>
                        <a:t>&lt;nome_aluno_2&gt;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1">
                          <a:solidFill>
                            <a:srgbClr val="0070C0"/>
                          </a:solidFill>
                        </a:rPr>
                        <a:t>&lt;rm_aluno2&gt;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44979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400" b="1">
                          <a:solidFill>
                            <a:srgbClr val="0070C0"/>
                          </a:solidFill>
                        </a:rPr>
                        <a:t>&lt;nome_aluno_3&gt;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1">
                          <a:solidFill>
                            <a:srgbClr val="0070C0"/>
                          </a:solidFill>
                        </a:rPr>
                        <a:t>&lt;rm_aluno3&gt;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91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400" b="1">
                          <a:solidFill>
                            <a:srgbClr val="0070C0"/>
                          </a:solidFill>
                        </a:rPr>
                        <a:t>&lt;nome_aluno_4&gt;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1">
                          <a:solidFill>
                            <a:srgbClr val="0070C0"/>
                          </a:solidFill>
                        </a:rPr>
                        <a:t>&lt;rm_aluno4&gt;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58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400" b="1">
                          <a:solidFill>
                            <a:srgbClr val="0070C0"/>
                          </a:solidFill>
                        </a:rPr>
                        <a:t>&lt;nome_aluno_5&gt;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1" dirty="0">
                          <a:solidFill>
                            <a:srgbClr val="0070C0"/>
                          </a:solidFill>
                        </a:rPr>
                        <a:t>&lt;rm_aluno5&gt;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286017"/>
                  </a:ext>
                </a:extLst>
              </a:tr>
            </a:tbl>
          </a:graphicData>
        </a:graphic>
      </p:graphicFrame>
      <p:sp>
        <p:nvSpPr>
          <p:cNvPr id="6" name="Título 1">
            <a:extLst>
              <a:ext uri="{FF2B5EF4-FFF2-40B4-BE49-F238E27FC236}">
                <a16:creationId xmlns:a16="http://schemas.microsoft.com/office/drawing/2014/main" id="{97CBCED8-FE75-2BB4-3223-83D8228C1AE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413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6000" b="1" dirty="0">
                <a:solidFill>
                  <a:prstClr val="black"/>
                </a:solidFill>
                <a:latin typeface="Calibri Light" panose="020F0302020204030204"/>
              </a:rPr>
              <a:t>1</a:t>
            </a:r>
            <a:r>
              <a:rPr kumimoji="0" lang="pt-BR" sz="6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. DETALHES INICIAIS DA EQUIPE E DO PROJETO</a:t>
            </a:r>
          </a:p>
        </p:txBody>
      </p:sp>
      <p:pic>
        <p:nvPicPr>
          <p:cNvPr id="7" name="Picture 2" descr="Generated image">
            <a:extLst>
              <a:ext uri="{FF2B5EF4-FFF2-40B4-BE49-F238E27FC236}">
                <a16:creationId xmlns:a16="http://schemas.microsoft.com/office/drawing/2014/main" id="{519F014C-FEAB-883C-2059-D595FBCC10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0527" y="923152"/>
            <a:ext cx="1687473" cy="1124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32CF307D-800B-F347-F7E2-3FAB87BD6B88}"/>
              </a:ext>
            </a:extLst>
          </p:cNvPr>
          <p:cNvSpPr txBox="1">
            <a:spLocks/>
          </p:cNvSpPr>
          <p:nvPr/>
        </p:nvSpPr>
        <p:spPr>
          <a:xfrm>
            <a:off x="145094" y="5417273"/>
            <a:ext cx="11792906" cy="5330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3200" b="1" dirty="0"/>
              <a:t>SOLUÇÃO FINAL: DESCRIÇÃO RESUMIDA</a:t>
            </a:r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608958EE-FE33-D9F0-3F88-163BD3B2BE06}"/>
              </a:ext>
            </a:extLst>
          </p:cNvPr>
          <p:cNvSpPr txBox="1">
            <a:spLocks/>
          </p:cNvSpPr>
          <p:nvPr/>
        </p:nvSpPr>
        <p:spPr>
          <a:xfrm>
            <a:off x="145094" y="5950306"/>
            <a:ext cx="11792906" cy="8271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800" dirty="0">
              <a:solidFill>
                <a:srgbClr val="0070C0"/>
              </a:solidFill>
            </a:endParaRPr>
          </a:p>
          <a:p>
            <a:r>
              <a:rPr lang="pt-BR" dirty="0">
                <a:solidFill>
                  <a:srgbClr val="0070C0"/>
                </a:solidFill>
              </a:rPr>
              <a:t>&lt; colocar aqui a descrição resumida de sua solução final em no máximo 2 parágrafos. &gt;</a:t>
            </a:r>
            <a:endParaRPr lang="pt-BR" dirty="0">
              <a:solidFill>
                <a:srgbClr val="0070C0"/>
              </a:solidFill>
              <a:ea typeface="Calibri"/>
              <a:cs typeface="Calibri"/>
            </a:endParaRPr>
          </a:p>
          <a:p>
            <a:endParaRPr lang="pt-BR" sz="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6159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6452B-DBDD-4D66-3C5A-84A9B3A8F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82AFC7-A83A-00CD-0749-68DA23380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109" y="1222373"/>
            <a:ext cx="8839200" cy="787370"/>
          </a:xfr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b="1" dirty="0"/>
              <a:t>Contextualização Atualizada do Desafio</a:t>
            </a:r>
          </a:p>
        </p:txBody>
      </p:sp>
      <p:sp>
        <p:nvSpPr>
          <p:cNvPr id="6" name="Espaço Reservado para Conteúdo 3">
            <a:extLst>
              <a:ext uri="{FF2B5EF4-FFF2-40B4-BE49-F238E27FC236}">
                <a16:creationId xmlns:a16="http://schemas.microsoft.com/office/drawing/2014/main" id="{B9503F61-80A4-C8E7-6C66-BABC47276FA6}"/>
              </a:ext>
            </a:extLst>
          </p:cNvPr>
          <p:cNvSpPr txBox="1">
            <a:spLocks/>
          </p:cNvSpPr>
          <p:nvPr/>
        </p:nvSpPr>
        <p:spPr>
          <a:xfrm>
            <a:off x="80264" y="2149326"/>
            <a:ext cx="11625072" cy="487061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§"/>
            </a:pPr>
            <a:r>
              <a:rPr lang="pt-BR" sz="2400" b="1" dirty="0"/>
              <a:t>Contextualização atualizada do desafio: </a:t>
            </a:r>
            <a:endParaRPr lang="pt-BR" sz="2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lvl="1" algn="just">
              <a:buFont typeface="Courier New"/>
              <a:buChar char="o"/>
            </a:pPr>
            <a:r>
              <a:rPr lang="pt-BR" sz="2000" b="1" dirty="0">
                <a:ea typeface="+mn-lt"/>
                <a:cs typeface="+mn-lt"/>
              </a:rPr>
              <a:t>Apresentação do cenário</a:t>
            </a:r>
            <a:endParaRPr lang="pt-BR" sz="2000" dirty="0">
              <a:ea typeface="+mn-lt"/>
              <a:cs typeface="+mn-lt"/>
            </a:endParaRPr>
          </a:p>
          <a:p>
            <a:pPr lvl="2" algn="just">
              <a:buFont typeface="Wingdings"/>
              <a:buChar char="§"/>
            </a:pPr>
            <a:r>
              <a:rPr lang="pt-BR" dirty="0">
                <a:ea typeface="+mn-lt"/>
                <a:cs typeface="+mn-lt"/>
              </a:rPr>
              <a:t>Descreva brevemente de forma clara o ambiente ou contexto onde o problema ocorre. Pode ser uma situação de mercado, uma mudança recente ou um histórico que levou ao desafio atual. </a:t>
            </a:r>
          </a:p>
          <a:p>
            <a:pPr lvl="1" algn="just">
              <a:buFont typeface="Courier New"/>
              <a:buChar char="o"/>
            </a:pPr>
            <a:r>
              <a:rPr lang="pt-BR" sz="2000" b="1" dirty="0">
                <a:ea typeface="+mn-lt"/>
                <a:cs typeface="+mn-lt"/>
              </a:rPr>
              <a:t>Nomeie o problema claramente</a:t>
            </a:r>
          </a:p>
          <a:p>
            <a:pPr lvl="2" algn="just">
              <a:buFont typeface="Wingdings"/>
              <a:buChar char="§"/>
            </a:pPr>
            <a:r>
              <a:rPr lang="pt-BR" dirty="0">
                <a:ea typeface="+mn-lt"/>
                <a:cs typeface="+mn-lt"/>
              </a:rPr>
              <a:t>Evite rodeios. Deixe claro qual é o desafio enfrentado, de forma direta e específica. O avaliador precisa entender de cara do que se trata.</a:t>
            </a:r>
          </a:p>
          <a:p>
            <a:pPr lvl="1" algn="just">
              <a:buFont typeface="Courier New"/>
              <a:buChar char="o"/>
            </a:pPr>
            <a:r>
              <a:rPr lang="pt-BR" sz="2000" b="1" dirty="0">
                <a:ea typeface="+mn-lt"/>
                <a:cs typeface="+mn-lt"/>
              </a:rPr>
              <a:t>Mostre por que isso é um problema</a:t>
            </a:r>
            <a:endParaRPr lang="pt-BR" sz="2000" dirty="0">
              <a:ea typeface="+mn-lt"/>
              <a:cs typeface="+mn-lt"/>
            </a:endParaRPr>
          </a:p>
          <a:p>
            <a:pPr lvl="2" algn="just">
              <a:buFont typeface="Wingdings"/>
              <a:buChar char="§"/>
            </a:pPr>
            <a:r>
              <a:rPr lang="pt-BR" dirty="0">
                <a:ea typeface="+mn-lt"/>
                <a:cs typeface="+mn-lt"/>
              </a:rPr>
              <a:t>Aponte os efeitos negativos: prejuízos, riscos, gargalos ou impactos em pessoas/processos. Dados ou exemplos reais reforçam sua argumentação.</a:t>
            </a:r>
          </a:p>
          <a:p>
            <a:pPr lvl="1" algn="just">
              <a:buFont typeface="Courier New"/>
              <a:buChar char="o"/>
            </a:pPr>
            <a:r>
              <a:rPr lang="pt-BR" sz="2000" b="1" dirty="0">
                <a:ea typeface="+mn-lt"/>
                <a:cs typeface="+mn-lt"/>
              </a:rPr>
              <a:t>Explique a urgência</a:t>
            </a:r>
          </a:p>
          <a:p>
            <a:pPr lvl="2" algn="just">
              <a:buFont typeface="Wingdings"/>
              <a:buChar char="§"/>
            </a:pPr>
            <a:r>
              <a:rPr lang="pt-BR" dirty="0">
                <a:ea typeface="+mn-lt"/>
                <a:cs typeface="+mn-lt"/>
              </a:rPr>
              <a:t>Justifique por que é necessário resolver esse desafio agora. Que oportunidades podem ser aproveitadas? O que se perde com a demora?</a:t>
            </a:r>
            <a:endParaRPr lang="pt-BR" dirty="0">
              <a:ea typeface="Calibri" panose="020F0502020204030204"/>
              <a:cs typeface="Calibri" panose="020F0502020204030204"/>
            </a:endParaRPr>
          </a:p>
          <a:p>
            <a:pPr algn="just">
              <a:buFont typeface="Arial"/>
              <a:buChar char="•"/>
            </a:pPr>
            <a:endParaRPr lang="pt-BR" sz="16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just">
              <a:buFont typeface="Arial"/>
              <a:buChar char="•"/>
            </a:pPr>
            <a:endParaRPr lang="pt-BR" sz="1300" u="sng" dirty="0">
              <a:solidFill>
                <a:srgbClr val="D13438"/>
              </a:solidFill>
              <a:latin typeface="Arial"/>
              <a:cs typeface="Arial"/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977FDC33-34D2-EA97-637D-4DBCB1E78F7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0827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6000" b="1" dirty="0">
                <a:solidFill>
                  <a:prstClr val="black"/>
                </a:solidFill>
                <a:latin typeface="Calibri Light" panose="020F0302020204030204"/>
              </a:rPr>
              <a:t>2. COMPREENDENDO O DESAFIO</a:t>
            </a:r>
            <a:endParaRPr kumimoji="0" lang="pt-BR" sz="6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pic>
        <p:nvPicPr>
          <p:cNvPr id="7" name="Picture 2" descr="Generated image">
            <a:extLst>
              <a:ext uri="{FF2B5EF4-FFF2-40B4-BE49-F238E27FC236}">
                <a16:creationId xmlns:a16="http://schemas.microsoft.com/office/drawing/2014/main" id="{3DF08F2E-7DAC-2BB6-4CB8-66946E6562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6610" y="1246032"/>
            <a:ext cx="1145567" cy="763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698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F0ABE-2275-1852-B2D8-6F9751975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D3961F-89EE-E8DD-618A-3E19DB88D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480" y="880483"/>
            <a:ext cx="10424159" cy="790798"/>
          </a:xfr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b="1" dirty="0"/>
              <a:t>Objetivo Atual do Projeto</a:t>
            </a:r>
          </a:p>
        </p:txBody>
      </p:sp>
      <p:sp>
        <p:nvSpPr>
          <p:cNvPr id="6" name="Espaço Reservado para Conteúdo 3">
            <a:extLst>
              <a:ext uri="{FF2B5EF4-FFF2-40B4-BE49-F238E27FC236}">
                <a16:creationId xmlns:a16="http://schemas.microsoft.com/office/drawing/2014/main" id="{61A8F5FB-BA88-94CA-1A2F-4C334083BDC7}"/>
              </a:ext>
            </a:extLst>
          </p:cNvPr>
          <p:cNvSpPr txBox="1">
            <a:spLocks/>
          </p:cNvSpPr>
          <p:nvPr/>
        </p:nvSpPr>
        <p:spPr>
          <a:xfrm>
            <a:off x="120349" y="1779602"/>
            <a:ext cx="11625072" cy="447087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§"/>
            </a:pPr>
            <a:r>
              <a:rPr lang="pt-BR" sz="2400" b="1" dirty="0"/>
              <a:t>Objetivo Atual do projeto:</a:t>
            </a:r>
            <a:r>
              <a:rPr lang="pt-BR" sz="2000" b="1" dirty="0"/>
              <a:t> </a:t>
            </a:r>
            <a:endParaRPr lang="pt-BR" sz="2400" b="1" dirty="0"/>
          </a:p>
          <a:p>
            <a:pPr lvl="1" indent="-342900" algn="just">
              <a:buFont typeface="Courier New" panose="020B0604020202020204" pitchFamily="34" charset="0"/>
              <a:buChar char="o"/>
            </a:pPr>
            <a:r>
              <a:rPr lang="pt-BR" sz="2000" b="1" dirty="0"/>
              <a:t>Comece com um verbo de ação</a:t>
            </a:r>
            <a:endParaRPr lang="pt-BR" sz="2000" dirty="0">
              <a:ea typeface="Calibri"/>
              <a:cs typeface="Calibri"/>
            </a:endParaRPr>
          </a:p>
          <a:p>
            <a:pPr lvl="2" algn="just">
              <a:buFont typeface="Wingdings" panose="020B0604020202020204" pitchFamily="34" charset="0"/>
              <a:buChar char="§"/>
            </a:pPr>
            <a:r>
              <a:rPr lang="pt-BR" dirty="0"/>
              <a:t>Use termos como “melhorar”, “aumentar”, “criar”, “reduzir”, “desenvolver”, “implementar”, “avaliar”, e o texto deve indicar claramente o que se pretende realizar. </a:t>
            </a:r>
            <a:endParaRPr lang="pt-BR" dirty="0">
              <a:ea typeface="Calibri"/>
              <a:cs typeface="Calibri"/>
            </a:endParaRPr>
          </a:p>
          <a:p>
            <a:pPr lvl="1" algn="just">
              <a:buFont typeface="Courier New"/>
              <a:buChar char="o"/>
            </a:pPr>
            <a:r>
              <a:rPr lang="pt-BR" sz="2000" b="1" dirty="0"/>
              <a:t>Defina o que será feito</a:t>
            </a:r>
            <a:endParaRPr lang="pt-BR" sz="2000" b="1" dirty="0">
              <a:ea typeface="Calibri"/>
              <a:cs typeface="Calibri"/>
            </a:endParaRPr>
          </a:p>
          <a:p>
            <a:pPr lvl="2" algn="just">
              <a:buFont typeface="Wingdings"/>
              <a:buChar char="§"/>
            </a:pPr>
            <a:r>
              <a:rPr lang="pt-BR" dirty="0"/>
              <a:t>Explique brevemente o que será trabalhado: um processo, produto, serviço, política, ferramenta, etc.</a:t>
            </a:r>
            <a:endParaRPr lang="pt-BR" dirty="0">
              <a:ea typeface="Calibri"/>
              <a:cs typeface="Calibri"/>
            </a:endParaRPr>
          </a:p>
          <a:p>
            <a:pPr lvl="1" algn="just">
              <a:buFont typeface="Courier New"/>
              <a:buChar char="o"/>
            </a:pPr>
            <a:r>
              <a:rPr lang="pt-BR" sz="2000" b="1" dirty="0"/>
              <a:t>Apresente a motivação ou propósito</a:t>
            </a:r>
            <a:endParaRPr lang="pt-BR" sz="2000" b="1" dirty="0">
              <a:ea typeface="Calibri"/>
              <a:cs typeface="Calibri"/>
            </a:endParaRPr>
          </a:p>
          <a:p>
            <a:pPr lvl="2" algn="just">
              <a:buFont typeface="Wingdings"/>
              <a:buChar char="§"/>
            </a:pPr>
            <a:r>
              <a:rPr lang="pt-BR" dirty="0"/>
              <a:t>Mostre por que esse objetivo é importante: ele resolve um problema, atende a uma demanda, explora uma oportunidade?</a:t>
            </a:r>
            <a:endParaRPr lang="pt-BR" dirty="0">
              <a:ea typeface="Calibri"/>
              <a:cs typeface="Calibri"/>
            </a:endParaRPr>
          </a:p>
          <a:p>
            <a:pPr lvl="1" algn="just">
              <a:buFont typeface="Courier New"/>
              <a:buChar char="o"/>
            </a:pPr>
            <a:r>
              <a:rPr lang="pt-BR" sz="2000" b="1" dirty="0"/>
              <a:t>Evite múltiplos objetivos misturados</a:t>
            </a:r>
            <a:endParaRPr lang="pt-BR" sz="2000" b="1" dirty="0">
              <a:ea typeface="Calibri"/>
              <a:cs typeface="Calibri"/>
            </a:endParaRPr>
          </a:p>
          <a:p>
            <a:pPr lvl="2" algn="just">
              <a:buFont typeface="Wingdings"/>
              <a:buChar char="§"/>
            </a:pPr>
            <a:r>
              <a:rPr lang="pt-BR" dirty="0"/>
              <a:t>Seja direto e mantenha o foco e se houver mais de um objetivo, separe entre objetivo geral e objetivos específicos.</a:t>
            </a:r>
            <a:endParaRPr lang="pt-BR" sz="1600" i="1" dirty="0"/>
          </a:p>
          <a:p>
            <a:pPr lvl="3" algn="just">
              <a:buFont typeface="Arial"/>
              <a:buChar char="•"/>
            </a:pPr>
            <a:r>
              <a:rPr lang="pt-BR" sz="1500" i="1" dirty="0">
                <a:ea typeface="Calibri"/>
                <a:cs typeface="Calibri"/>
              </a:rPr>
              <a:t>“Desenvolver uma solução digital que otimize o atendimento ao cliente, reduzindo o tempo de espera e aumentando a satisfação dos usuários.”</a:t>
            </a:r>
          </a:p>
          <a:p>
            <a:pPr algn="just">
              <a:buFont typeface="Arial"/>
              <a:buChar char="•"/>
            </a:pPr>
            <a:endParaRPr lang="pt-BR" sz="2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just">
              <a:buFont typeface="Arial"/>
              <a:buChar char="•"/>
            </a:pPr>
            <a:endParaRPr lang="pt-BR" sz="1300" u="sng" dirty="0">
              <a:solidFill>
                <a:srgbClr val="D13438"/>
              </a:solidFill>
              <a:latin typeface="Arial"/>
              <a:cs typeface="Arial"/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E73C9E62-7538-F329-833D-F7212449C1A2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721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6000" b="1" dirty="0">
                <a:solidFill>
                  <a:prstClr val="black"/>
                </a:solidFill>
                <a:latin typeface="Calibri Light" panose="020F0302020204030204"/>
              </a:rPr>
              <a:t>3</a:t>
            </a:r>
            <a:r>
              <a:rPr kumimoji="0" lang="pt-BR" sz="6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.</a:t>
            </a:r>
            <a:r>
              <a:rPr lang="pt-BR" sz="6000" b="1" dirty="0">
                <a:solidFill>
                  <a:prstClr val="black"/>
                </a:solidFill>
                <a:latin typeface="Calibri Light" panose="020F0302020204030204"/>
              </a:rPr>
              <a:t> OBJETIVO DE SEU PROJETO AO DESAFIO PROPOSTO </a:t>
            </a:r>
            <a:endParaRPr kumimoji="0" lang="pt-BR" sz="6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pic>
        <p:nvPicPr>
          <p:cNvPr id="4" name="Picture 2" descr="Generated image">
            <a:extLst>
              <a:ext uri="{FF2B5EF4-FFF2-40B4-BE49-F238E27FC236}">
                <a16:creationId xmlns:a16="http://schemas.microsoft.com/office/drawing/2014/main" id="{E557D009-CCBC-56F6-5788-7FA4A39B6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4973" y="880482"/>
            <a:ext cx="1186198" cy="790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9615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9AC15849-8BFD-B7EC-C735-416DB0FE0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139" y="1175655"/>
            <a:ext cx="10535621" cy="773374"/>
          </a:xfr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b="1" dirty="0"/>
              <a:t>Proposta Atualizada da Solução</a:t>
            </a:r>
          </a:p>
        </p:txBody>
      </p:sp>
      <p:sp>
        <p:nvSpPr>
          <p:cNvPr id="9" name="Espaço Reservado para Conteúdo 3">
            <a:extLst>
              <a:ext uri="{FF2B5EF4-FFF2-40B4-BE49-F238E27FC236}">
                <a16:creationId xmlns:a16="http://schemas.microsoft.com/office/drawing/2014/main" id="{A8996FE5-5829-166A-A45A-0B8F44F75FAD}"/>
              </a:ext>
            </a:extLst>
          </p:cNvPr>
          <p:cNvSpPr txBox="1">
            <a:spLocks/>
          </p:cNvSpPr>
          <p:nvPr/>
        </p:nvSpPr>
        <p:spPr>
          <a:xfrm>
            <a:off x="24913" y="2041895"/>
            <a:ext cx="11807491" cy="447087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§"/>
            </a:pPr>
            <a:r>
              <a:rPr lang="pt-BR" sz="2400" b="1" dirty="0"/>
              <a:t>Proposta de Solução:</a:t>
            </a:r>
            <a:endParaRPr lang="pt-BR" sz="2400" b="1" dirty="0">
              <a:ea typeface="+mn-lt"/>
              <a:cs typeface="+mn-lt"/>
            </a:endParaRPr>
          </a:p>
          <a:p>
            <a:pPr lvl="1" indent="-342900" algn="just">
              <a:buFont typeface="Courier New" panose="020B0604020202020204" pitchFamily="34" charset="0"/>
              <a:buChar char="o"/>
            </a:pPr>
            <a:r>
              <a:rPr lang="pt-BR" sz="2000" b="1" dirty="0">
                <a:ea typeface="+mn-lt"/>
                <a:cs typeface="+mn-lt"/>
              </a:rPr>
              <a:t>Apresente a abordagem adotada</a:t>
            </a:r>
            <a:endParaRPr lang="pt-BR" sz="2000" dirty="0">
              <a:ea typeface="Calibri" panose="020F0502020204030204"/>
              <a:cs typeface="Calibri" panose="020F0502020204030204"/>
            </a:endParaRPr>
          </a:p>
          <a:p>
            <a:pPr lvl="2" algn="just">
              <a:buFont typeface="Wingdings" panose="020B0604020202020204" pitchFamily="34" charset="0"/>
              <a:buChar char="§"/>
            </a:pPr>
            <a:r>
              <a:rPr lang="pt-BR" dirty="0">
                <a:ea typeface="+mn-lt"/>
                <a:cs typeface="+mn-lt"/>
              </a:rPr>
              <a:t>Explique a lógica por trás da solução: foi uma abordagem ágil? Inovadora? Baseada em benchmarks, cocriação ou dados?</a:t>
            </a:r>
          </a:p>
          <a:p>
            <a:pPr lvl="3" algn="just"/>
            <a:r>
              <a:rPr lang="pt-BR" sz="1500" i="1" dirty="0">
                <a:ea typeface="Calibri"/>
                <a:cs typeface="Calibri"/>
              </a:rPr>
              <a:t>“Optou-se por uma abordagem incremental, com foco em entregas rápidas e feedback contínuo dos usuários.”</a:t>
            </a:r>
          </a:p>
          <a:p>
            <a:pPr lvl="1" indent="-342900" algn="just">
              <a:buFont typeface="Courier New,monospace" panose="020B0604020202020204" pitchFamily="34" charset="0"/>
              <a:buChar char="o"/>
            </a:pPr>
            <a:r>
              <a:rPr lang="pt-BR" sz="2000" b="1" dirty="0">
                <a:ea typeface="+mn-lt"/>
                <a:cs typeface="+mn-lt"/>
              </a:rPr>
              <a:t>Detalhe a tecnologia, arquitetura e fontes de dados</a:t>
            </a:r>
            <a:endParaRPr lang="pt-BR" sz="2000" dirty="0">
              <a:ea typeface="+mn-lt"/>
              <a:cs typeface="+mn-lt"/>
            </a:endParaRPr>
          </a:p>
          <a:p>
            <a:pPr lvl="2" algn="just">
              <a:buFont typeface="Wingdings,Sans-Serif" panose="020B0604020202020204" pitchFamily="34" charset="0"/>
              <a:buChar char="§"/>
            </a:pPr>
            <a:r>
              <a:rPr lang="pt-BR" dirty="0">
                <a:ea typeface="+mn-lt"/>
                <a:cs typeface="+mn-lt"/>
              </a:rPr>
              <a:t>Indique quais ferramentas, sistemas, linguagens ou estruturas foram utilizadas. Mencione também as fontes de dados e como foram integradas.</a:t>
            </a:r>
            <a:endParaRPr lang="en-US" dirty="0">
              <a:ea typeface="+mn-lt"/>
              <a:cs typeface="+mn-lt"/>
            </a:endParaRPr>
          </a:p>
          <a:p>
            <a:pPr lvl="3" algn="just">
              <a:buFont typeface="Wingdings,Sans-Serif" panose="020B0604020202020204" pitchFamily="34" charset="0"/>
              <a:buChar char="§"/>
            </a:pPr>
            <a:r>
              <a:rPr lang="pt-BR" sz="1500" i="1" dirty="0">
                <a:ea typeface="+mn-lt"/>
                <a:cs typeface="+mn-lt"/>
              </a:rPr>
              <a:t>“</a:t>
            </a:r>
            <a:r>
              <a:rPr lang="pt-BR" sz="1500" i="1" dirty="0">
                <a:ea typeface="Calibri"/>
                <a:cs typeface="Calibri"/>
              </a:rPr>
              <a:t>Utilizou-se uma arquitetura em microsserviços com APIs REST, alimentadas por dados provenientes de ERP, CRM e planilhas internas.”</a:t>
            </a:r>
            <a:endParaRPr lang="en-US" sz="1500" dirty="0">
              <a:ea typeface="Calibri"/>
              <a:cs typeface="Calibri"/>
            </a:endParaRPr>
          </a:p>
          <a:p>
            <a:pPr lvl="1" indent="-342900" algn="just">
              <a:buFont typeface="Courier New" panose="020B0604020202020204" pitchFamily="34" charset="0"/>
              <a:buChar char="o"/>
            </a:pPr>
            <a:r>
              <a:rPr lang="pt-BR" sz="2000" b="1" dirty="0">
                <a:ea typeface="+mn-lt"/>
                <a:cs typeface="+mn-lt"/>
              </a:rPr>
              <a:t>Explique as análises e os indicadores utilizados</a:t>
            </a:r>
            <a:endParaRPr lang="pt-BR" sz="2000" dirty="0">
              <a:ea typeface="+mn-lt"/>
              <a:cs typeface="+mn-lt"/>
            </a:endParaRPr>
          </a:p>
          <a:p>
            <a:pPr lvl="2" algn="just">
              <a:buFont typeface="Wingdings" panose="020B0604020202020204" pitchFamily="34" charset="0"/>
              <a:buChar char="§"/>
            </a:pPr>
            <a:r>
              <a:rPr lang="pt-BR" dirty="0">
                <a:ea typeface="+mn-lt"/>
                <a:cs typeface="+mn-lt"/>
              </a:rPr>
              <a:t>Destaque as análises realizadas para embasar decisões e os indicadores escolhidos para medir impacto.</a:t>
            </a:r>
          </a:p>
          <a:p>
            <a:pPr lvl="3" algn="just">
              <a:buFont typeface="Wingdings" panose="020B0604020202020204" pitchFamily="34" charset="0"/>
              <a:buChar char="§"/>
            </a:pPr>
            <a:r>
              <a:rPr lang="pt-BR" sz="1500" i="1" dirty="0">
                <a:ea typeface="Calibri"/>
                <a:cs typeface="Calibri"/>
              </a:rPr>
              <a:t>“Foram realizadas análises de correlação entre tempo de atendimento e satisfação do cliente, com foco nos KPIs de NPS e tempo médio de resposta.”</a:t>
            </a:r>
          </a:p>
          <a:p>
            <a:pPr lvl="2" algn="just">
              <a:buFont typeface="Wingdings" panose="020B0604020202020204" pitchFamily="34" charset="0"/>
              <a:buChar char="§"/>
            </a:pPr>
            <a:endParaRPr lang="pt-BR" b="1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B063A2F-EC5A-9487-0066-A05B40F8158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0827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4.</a:t>
            </a:r>
            <a:r>
              <a:rPr lang="pt-BR" sz="6000" b="1" dirty="0">
                <a:solidFill>
                  <a:prstClr val="black"/>
                </a:solidFill>
                <a:latin typeface="Calibri Light" panose="020F0302020204030204"/>
              </a:rPr>
              <a:t> DETALHES DO PROJETO REALIZADO</a:t>
            </a:r>
            <a:endParaRPr kumimoji="0" lang="pt-BR" sz="6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pic>
        <p:nvPicPr>
          <p:cNvPr id="4" name="Picture 2" descr="Generated image">
            <a:extLst>
              <a:ext uri="{FF2B5EF4-FFF2-40B4-BE49-F238E27FC236}">
                <a16:creationId xmlns:a16="http://schemas.microsoft.com/office/drawing/2014/main" id="{AEBC6417-BF5D-525F-0639-C0FA9BFB75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6044" y="1175655"/>
            <a:ext cx="1160061" cy="773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9261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17FD6-A5FA-3EAD-AF09-BAC89D508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7894C10A-29F4-5E15-966D-E61EA886F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139" y="153578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pt-BR" b="1" dirty="0"/>
              <a:t>Demonstração da Solução</a:t>
            </a:r>
            <a:endParaRPr lang="pt-BR" dirty="0"/>
          </a:p>
        </p:txBody>
      </p:sp>
      <p:sp>
        <p:nvSpPr>
          <p:cNvPr id="9" name="Espaço Reservado para Conteúdo 3">
            <a:extLst>
              <a:ext uri="{FF2B5EF4-FFF2-40B4-BE49-F238E27FC236}">
                <a16:creationId xmlns:a16="http://schemas.microsoft.com/office/drawing/2014/main" id="{E7A23B51-A854-866C-0394-B957AD66B843}"/>
              </a:ext>
            </a:extLst>
          </p:cNvPr>
          <p:cNvSpPr txBox="1">
            <a:spLocks/>
          </p:cNvSpPr>
          <p:nvPr/>
        </p:nvSpPr>
        <p:spPr>
          <a:xfrm>
            <a:off x="0" y="2060523"/>
            <a:ext cx="11625072" cy="502051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pt-BR" sz="2400" b="1" dirty="0"/>
              <a:t>Demonstração da solução funcionando contendo os seguintes itens obrigatórios: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pt-BR" sz="2000" b="1" dirty="0">
                <a:ea typeface="+mn-lt"/>
                <a:cs typeface="+mn-lt"/>
              </a:rPr>
              <a:t>Link funcional da solução: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pt-BR" dirty="0">
                <a:ea typeface="+mn-lt"/>
                <a:cs typeface="+mn-lt"/>
              </a:rPr>
              <a:t>Fornecer o endereço direto (URL) para acesso à aplicação, sistema, dashboard ou protótipo apresentado.</a:t>
            </a:r>
          </a:p>
          <a:p>
            <a:pPr lvl="3">
              <a:buFont typeface="Arial,Sans-Serif" panose="020B0604020202020204" pitchFamily="34" charset="0"/>
              <a:buChar char="•"/>
            </a:pPr>
            <a:r>
              <a:rPr lang="pt-BR" sz="1500" b="1" dirty="0">
                <a:ea typeface="+mn-lt"/>
                <a:cs typeface="+mn-lt"/>
              </a:rPr>
              <a:t>Ex: </a:t>
            </a:r>
            <a:r>
              <a:rPr lang="pt-BR" sz="1500" i="1" dirty="0">
                <a:ea typeface="+mn-lt"/>
                <a:cs typeface="+mn-lt"/>
                <a:hlinkClick r:id="rId2"/>
              </a:rPr>
              <a:t>https://exemplo.com/dashboard-projeto</a:t>
            </a:r>
            <a:endParaRPr lang="pt-BR" sz="1500" i="1" dirty="0">
              <a:ea typeface="+mn-lt"/>
              <a:cs typeface="+mn-lt"/>
            </a:endParaRPr>
          </a:p>
          <a:p>
            <a:pPr marL="1371600" lvl="3" indent="0">
              <a:buNone/>
            </a:pPr>
            <a:endParaRPr lang="pt-BR" sz="800" dirty="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pt-BR" sz="2000" b="1" dirty="0">
                <a:ea typeface="+mn-lt"/>
                <a:cs typeface="+mn-lt"/>
              </a:rPr>
              <a:t>Capturas de tela e explicar cada imagem </a:t>
            </a:r>
            <a:r>
              <a:rPr lang="pt-BR" sz="2000" b="1" dirty="0">
                <a:ea typeface="Calibri"/>
                <a:cs typeface="Calibri"/>
              </a:rPr>
              <a:t>apresentada:</a:t>
            </a:r>
          </a:p>
          <a:p>
            <a:pPr lvl="2"/>
            <a:r>
              <a:rPr lang="pt-BR" dirty="0">
                <a:ea typeface="Calibri"/>
                <a:cs typeface="Calibri"/>
              </a:rPr>
              <a:t>Incluir os </a:t>
            </a:r>
            <a:r>
              <a:rPr lang="pt-BR" b="1" dirty="0">
                <a:solidFill>
                  <a:srgbClr val="0070C0"/>
                </a:solidFill>
                <a:ea typeface="Calibri"/>
                <a:cs typeface="Calibri"/>
              </a:rPr>
              <a:t>prints estratégicos</a:t>
            </a:r>
            <a:r>
              <a:rPr lang="pt-BR" dirty="0">
                <a:solidFill>
                  <a:srgbClr val="0070C0"/>
                </a:solidFill>
                <a:ea typeface="Calibri"/>
                <a:cs typeface="Calibri"/>
              </a:rPr>
              <a:t> </a:t>
            </a:r>
            <a:r>
              <a:rPr lang="pt-BR" dirty="0">
                <a:ea typeface="Calibri"/>
                <a:cs typeface="Calibri"/>
              </a:rPr>
              <a:t>da interface, destacando funcionalidades, métricas, relatórios ou visualizações chave.</a:t>
            </a:r>
            <a:endParaRPr lang="pt-BR" dirty="0">
              <a:ea typeface="+mn-lt"/>
              <a:cs typeface="+mn-lt"/>
            </a:endParaRPr>
          </a:p>
          <a:p>
            <a:pPr lvl="3">
              <a:buFont typeface="Courier New" panose="02070309020205020404" pitchFamily="49" charset="0"/>
              <a:buChar char="o"/>
            </a:pPr>
            <a:r>
              <a:rPr lang="pt-BR" sz="1500" dirty="0">
                <a:ea typeface="+mn-lt"/>
                <a:cs typeface="+mn-lt"/>
              </a:rPr>
              <a:t>Dica: use balões, setas ou títulos curtos para orientar a leitura visual.</a:t>
            </a:r>
          </a:p>
          <a:p>
            <a:pPr lvl="3">
              <a:buFont typeface="Courier New" panose="02070309020205020404" pitchFamily="49" charset="0"/>
              <a:buChar char="o"/>
            </a:pPr>
            <a:endParaRPr lang="pt-BR" sz="800" dirty="0">
              <a:ea typeface="+mn-lt"/>
              <a:cs typeface="+mn-lt"/>
            </a:endParaRPr>
          </a:p>
          <a:p>
            <a:pPr lvl="2"/>
            <a:r>
              <a:rPr lang="pt-BR" dirty="0">
                <a:ea typeface="Calibri"/>
                <a:cs typeface="Calibri"/>
              </a:rPr>
              <a:t>Contextualização do uso real:</a:t>
            </a:r>
          </a:p>
          <a:p>
            <a:pPr lvl="3">
              <a:buFont typeface="Courier New" panose="02070309020205020404" pitchFamily="49" charset="0"/>
              <a:buChar char="o"/>
            </a:pPr>
            <a:r>
              <a:rPr lang="pt-BR" sz="1500" dirty="0">
                <a:ea typeface="+mn-lt"/>
                <a:cs typeface="+mn-lt"/>
              </a:rPr>
              <a:t>No momento de explicar as imagens, descreva rapidamente quem usará, como será utilizado no dia a dia e que valor essa solução entrega na prática.</a:t>
            </a:r>
            <a:endParaRPr lang="pt-BR" b="1" dirty="0">
              <a:ea typeface="Calibri"/>
              <a:cs typeface="Calibri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D3E9E56-2897-7AB4-20D6-AD8B9B688BC4}"/>
              </a:ext>
            </a:extLst>
          </p:cNvPr>
          <p:cNvSpPr txBox="1"/>
          <p:nvPr/>
        </p:nvSpPr>
        <p:spPr>
          <a:xfrm>
            <a:off x="1189219" y="6135974"/>
            <a:ext cx="10910624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500" b="1" dirty="0">
                <a:highlight>
                  <a:srgbClr val="FFFF00"/>
                </a:highlight>
              </a:rPr>
              <a:t>Você deve dar visibilidade ao que foi desenvolvido durante todo o projeto, para isso disponibilize um link da sua aplicação (Power Bi, Tableau, Google Looker, Relatórios ou similar desenvolvido) para que ela possa ser explorada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B537487-D3C5-E46A-A0AF-6BA478A3FEAC}"/>
              </a:ext>
            </a:extLst>
          </p:cNvPr>
          <p:cNvSpPr txBox="1"/>
          <p:nvPr/>
        </p:nvSpPr>
        <p:spPr>
          <a:xfrm>
            <a:off x="92157" y="6166326"/>
            <a:ext cx="2743200" cy="52322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800" b="1" dirty="0">
                <a:solidFill>
                  <a:srgbClr val="4472C4"/>
                </a:solidFill>
                <a:highlight>
                  <a:srgbClr val="FFFF00"/>
                </a:highlight>
                <a:ea typeface="Calibri"/>
                <a:cs typeface="Calibri"/>
              </a:rPr>
              <a:t>#Dica </a:t>
            </a:r>
            <a:endParaRPr lang="pt-BR" sz="2800" dirty="0">
              <a:highlight>
                <a:srgbClr val="FFFF00"/>
              </a:highlight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A2EC902-25CF-6040-95B1-FA3D90DBEAB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0827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6000" b="1" dirty="0">
                <a:solidFill>
                  <a:prstClr val="black"/>
                </a:solidFill>
                <a:latin typeface="Calibri Light" panose="020F0302020204030204"/>
              </a:rPr>
              <a:t>5</a:t>
            </a:r>
            <a:r>
              <a:rPr kumimoji="0" lang="pt-BR" sz="6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.</a:t>
            </a:r>
            <a:r>
              <a:rPr lang="pt-BR" sz="6000" b="1" dirty="0">
                <a:solidFill>
                  <a:prstClr val="black"/>
                </a:solidFill>
                <a:latin typeface="Calibri Light" panose="020F0302020204030204"/>
              </a:rPr>
              <a:t> DEMONSTRAÇÃO DA SOLUÇÃO</a:t>
            </a:r>
            <a:endParaRPr kumimoji="0" lang="pt-BR" sz="6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8E67A6-82DC-B611-204C-8A00B3CB5193}"/>
              </a:ext>
            </a:extLst>
          </p:cNvPr>
          <p:cNvSpPr txBox="1"/>
          <p:nvPr/>
        </p:nvSpPr>
        <p:spPr>
          <a:xfrm>
            <a:off x="197403" y="1236368"/>
            <a:ext cx="10429957" cy="7733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 b="1"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Demonstração da solução funcionando</a:t>
            </a:r>
          </a:p>
        </p:txBody>
      </p:sp>
      <p:pic>
        <p:nvPicPr>
          <p:cNvPr id="10" name="Picture 2" descr="Generated image">
            <a:extLst>
              <a:ext uri="{FF2B5EF4-FFF2-40B4-BE49-F238E27FC236}">
                <a16:creationId xmlns:a16="http://schemas.microsoft.com/office/drawing/2014/main" id="{4CE07EF8-91C4-12A7-6336-7BD802063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4290" y="1246031"/>
            <a:ext cx="1145567" cy="763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DICA - Disativar a inicialização automatica do TFA em ambientes Database  Cloud Service">
            <a:extLst>
              <a:ext uri="{FF2B5EF4-FFF2-40B4-BE49-F238E27FC236}">
                <a16:creationId xmlns:a16="http://schemas.microsoft.com/office/drawing/2014/main" id="{1FA168CF-BEF0-96E4-0EEB-D0C3DC4DA2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137" y="6030881"/>
            <a:ext cx="934003" cy="764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0242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43661-7FBD-AE87-2B2D-13BF3E8B1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9A530D95-7D0C-70D8-0097-15CAFB4E9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139" y="153578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pt-BR" b="1" dirty="0"/>
              <a:t>Demonstração da Solução</a:t>
            </a:r>
            <a:endParaRPr lang="pt-BR" dirty="0"/>
          </a:p>
        </p:txBody>
      </p:sp>
      <p:sp>
        <p:nvSpPr>
          <p:cNvPr id="9" name="Espaço Reservado para Conteúdo 3">
            <a:extLst>
              <a:ext uri="{FF2B5EF4-FFF2-40B4-BE49-F238E27FC236}">
                <a16:creationId xmlns:a16="http://schemas.microsoft.com/office/drawing/2014/main" id="{4230D56D-D7F6-2EEB-C361-0FAC9BEE0F81}"/>
              </a:ext>
            </a:extLst>
          </p:cNvPr>
          <p:cNvSpPr txBox="1">
            <a:spLocks/>
          </p:cNvSpPr>
          <p:nvPr/>
        </p:nvSpPr>
        <p:spPr>
          <a:xfrm>
            <a:off x="0" y="2212715"/>
            <a:ext cx="11625072" cy="340891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pt-BR" sz="2400" b="1" dirty="0"/>
              <a:t>Vídeo Pitch apresentando sua solução em formato Hands On:</a:t>
            </a:r>
          </a:p>
          <a:p>
            <a:pPr>
              <a:buFont typeface="Wingdings" panose="05000000000000000000" pitchFamily="2" charset="2"/>
              <a:buChar char="§"/>
            </a:pPr>
            <a:endParaRPr lang="pt-BR" sz="800" dirty="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pt-BR" sz="2000" b="1" dirty="0">
                <a:ea typeface="+mn-lt"/>
                <a:cs typeface="+mn-lt"/>
              </a:rPr>
              <a:t>Link funcional da solução: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pt-BR" sz="800" b="1" dirty="0">
              <a:ea typeface="+mn-lt"/>
              <a:cs typeface="+mn-lt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pt-BR" sz="1800" dirty="0">
                <a:ea typeface="+mn-lt"/>
                <a:cs typeface="+mn-lt"/>
              </a:rPr>
              <a:t>Fornecer o endereço direto (URL) para acesso ao vídeo pitch criado pelo grupo.</a:t>
            </a:r>
          </a:p>
          <a:p>
            <a:pPr lvl="3">
              <a:buFont typeface="Arial,Sans-Serif" panose="020B0604020202020204" pitchFamily="34" charset="0"/>
              <a:buChar char="•"/>
            </a:pPr>
            <a:r>
              <a:rPr lang="pt-BR" sz="1500" b="1" dirty="0">
                <a:ea typeface="+mn-lt"/>
                <a:cs typeface="+mn-lt"/>
              </a:rPr>
              <a:t>Ex: </a:t>
            </a:r>
            <a:r>
              <a:rPr lang="pt-BR" sz="1500" i="1" dirty="0">
                <a:ea typeface="+mn-lt"/>
                <a:cs typeface="+mn-lt"/>
                <a:hlinkClick r:id="rId2"/>
              </a:rPr>
              <a:t>https://exemplo.com/videopitchsolucaox</a:t>
            </a:r>
            <a:endParaRPr lang="pt-BR" sz="1500" i="1" dirty="0">
              <a:ea typeface="+mn-lt"/>
              <a:cs typeface="+mn-lt"/>
            </a:endParaRPr>
          </a:p>
          <a:p>
            <a:pPr marL="1371600" lvl="3" indent="0">
              <a:buNone/>
            </a:pPr>
            <a:endParaRPr lang="pt-BR" sz="1500" i="1" dirty="0">
              <a:ea typeface="+mn-lt"/>
              <a:cs typeface="+mn-lt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pt-BR" sz="1800" dirty="0">
                <a:ea typeface="+mn-lt"/>
                <a:cs typeface="+mn-lt"/>
              </a:rPr>
              <a:t>Disponibilizar o link desse vídeo com permissão pública de acesso, considerando que o tamanho do arquivo final possa ser muito grande para realizar upload direto no portal da FIAP. Recomenda-se, portanto, que o conteúdo seja armazenado em uma plataforma de nuvem à escolha do grupo, com o compartilhamento devidamente habilitado para acesso.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C32422EE-6D56-C6E6-01D7-DC1CF88248D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0827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6.</a:t>
            </a:r>
            <a:r>
              <a:rPr lang="pt-BR" sz="6000" b="1" dirty="0">
                <a:solidFill>
                  <a:prstClr val="black"/>
                </a:solidFill>
                <a:latin typeface="Calibri Light" panose="020F0302020204030204"/>
              </a:rPr>
              <a:t> LINK DO VÍDEO PITCH</a:t>
            </a:r>
            <a:endParaRPr kumimoji="0" lang="pt-BR" sz="6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74CDD0-941F-BC1F-710B-8CA97AB671D2}"/>
              </a:ext>
            </a:extLst>
          </p:cNvPr>
          <p:cNvSpPr txBox="1"/>
          <p:nvPr/>
        </p:nvSpPr>
        <p:spPr>
          <a:xfrm>
            <a:off x="197403" y="1236368"/>
            <a:ext cx="10429957" cy="7733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 b="1"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VÍDEO PITCH</a:t>
            </a:r>
          </a:p>
        </p:txBody>
      </p:sp>
      <p:pic>
        <p:nvPicPr>
          <p:cNvPr id="8" name="Picture 2" descr="Generated image">
            <a:extLst>
              <a:ext uri="{FF2B5EF4-FFF2-40B4-BE49-F238E27FC236}">
                <a16:creationId xmlns:a16="http://schemas.microsoft.com/office/drawing/2014/main" id="{A6B0FA6E-3644-BD25-EEE8-D0272AF5B8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4290" y="1246031"/>
            <a:ext cx="1145567" cy="763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3316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D39504A7-66BD-0423-90C1-C7EE64B5F36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0827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7. CONCLUSÃO E PRÓXIMOS PASSOS</a:t>
            </a:r>
          </a:p>
        </p:txBody>
      </p:sp>
      <p:pic>
        <p:nvPicPr>
          <p:cNvPr id="7" name="Picture 2" descr="Generated image">
            <a:extLst>
              <a:ext uri="{FF2B5EF4-FFF2-40B4-BE49-F238E27FC236}">
                <a16:creationId xmlns:a16="http://schemas.microsoft.com/office/drawing/2014/main" id="{3C3A00F9-0E7F-B654-9762-456DA25B0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9638" y="1164333"/>
            <a:ext cx="1244447" cy="829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DICA - Disativar a inicialização automatica do TFA em ambientes Database  Cloud Service">
            <a:extLst>
              <a:ext uri="{FF2B5EF4-FFF2-40B4-BE49-F238E27FC236}">
                <a16:creationId xmlns:a16="http://schemas.microsoft.com/office/drawing/2014/main" id="{8BAB86C2-A906-3516-71A8-3FE8030D73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0917" y="2108591"/>
            <a:ext cx="1244447" cy="1018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44CA0D22-87EC-945E-215B-46BDF5174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7463" y="1579148"/>
            <a:ext cx="6901577" cy="143837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630238" lvl="1" indent="-287338" algn="just">
              <a:buFont typeface="+mj-lt"/>
              <a:buAutoNum type="alphaLcParenR"/>
            </a:pPr>
            <a:r>
              <a:rPr lang="pt-BR" sz="2000" b="1" dirty="0">
                <a:ea typeface="+mn-lt"/>
                <a:cs typeface="+mn-lt"/>
              </a:rPr>
              <a:t>Síntese dos resultados obtidos </a:t>
            </a:r>
          </a:p>
          <a:p>
            <a:pPr marL="1076325" lvl="1" indent="-254000" algn="just">
              <a:buFont typeface="Courier New" panose="02070309020205020404" pitchFamily="49" charset="0"/>
              <a:buChar char="o"/>
            </a:pPr>
            <a:r>
              <a:rPr lang="pt-BR" sz="1800" dirty="0">
                <a:ea typeface="+mn-lt"/>
                <a:cs typeface="+mn-lt"/>
              </a:rPr>
              <a:t>Recapitule brevemente os principais avanços ou entregas do projeto.</a:t>
            </a:r>
          </a:p>
          <a:p>
            <a:pPr marL="1431925" lvl="2" algn="just"/>
            <a:r>
              <a:rPr lang="pt-BR" sz="1700" i="1" dirty="0">
                <a:ea typeface="+mn-lt"/>
                <a:cs typeface="+mn-lt"/>
              </a:rPr>
              <a:t>“A solução implementada permitiu centralizar as informações e reduzir o retrabalho em 45%.”</a:t>
            </a:r>
          </a:p>
          <a:p>
            <a:endParaRPr lang="pt-BR" dirty="0">
              <a:ea typeface="Calibri"/>
              <a:cs typeface="Calibri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02C7C0C-5F7F-71F3-B142-2E3A5EFA15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19" y="1082790"/>
            <a:ext cx="3336769" cy="2229370"/>
          </a:xfrm>
          <a:prstGeom prst="rect">
            <a:avLst/>
          </a:prstGeom>
        </p:spPr>
      </p:pic>
      <p:sp>
        <p:nvSpPr>
          <p:cNvPr id="11" name="Espaço Reservado para Conteúdo 2">
            <a:extLst>
              <a:ext uri="{FF2B5EF4-FFF2-40B4-BE49-F238E27FC236}">
                <a16:creationId xmlns:a16="http://schemas.microsoft.com/office/drawing/2014/main" id="{5B07EEA9-6A8D-CD5B-3EA6-C1F55BDADBC9}"/>
              </a:ext>
            </a:extLst>
          </p:cNvPr>
          <p:cNvSpPr txBox="1">
            <a:spLocks/>
          </p:cNvSpPr>
          <p:nvPr/>
        </p:nvSpPr>
        <p:spPr>
          <a:xfrm>
            <a:off x="-152400" y="3322944"/>
            <a:ext cx="11933445" cy="3535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algn="just">
              <a:buFont typeface="Courier New" panose="02070309020205020404" pitchFamily="49" charset="0"/>
              <a:buChar char="o"/>
            </a:pPr>
            <a:endParaRPr lang="pt-BR" sz="1800" dirty="0">
              <a:ea typeface="Calibri" panose="020F0502020204030204"/>
              <a:cs typeface="Calibri" panose="020F0502020204030204"/>
            </a:endParaRPr>
          </a:p>
          <a:p>
            <a:pPr marL="800100" lvl="1" indent="-457200" algn="just">
              <a:buFont typeface="+mj-lt"/>
              <a:buAutoNum type="alphaLcParenR" startAt="2"/>
            </a:pPr>
            <a:r>
              <a:rPr lang="pt-BR" sz="2200" b="1" dirty="0">
                <a:ea typeface="+mn-lt"/>
                <a:cs typeface="+mn-lt"/>
              </a:rPr>
              <a:t>Aprendizados-chave</a:t>
            </a:r>
          </a:p>
          <a:p>
            <a:pPr lvl="2" algn="just">
              <a:buFont typeface="Courier New" panose="02070309020205020404" pitchFamily="49" charset="0"/>
              <a:buChar char="o"/>
            </a:pPr>
            <a:r>
              <a:rPr lang="pt-BR" sz="1900" dirty="0">
                <a:ea typeface="+mn-lt"/>
                <a:cs typeface="+mn-lt"/>
              </a:rPr>
              <a:t>Destaque o que a equipe aprendeu durante a execução (sobre o problema, processo, ferramenta ou contexto).</a:t>
            </a:r>
          </a:p>
          <a:p>
            <a:pPr marL="1524000" lvl="3" indent="-152400" algn="just"/>
            <a:r>
              <a:rPr lang="pt-BR" i="1" dirty="0">
                <a:ea typeface="+mn-lt"/>
                <a:cs typeface="+mn-lt"/>
              </a:rPr>
              <a:t>“Foi essencial envolver os usuários desde o início para garantir maior aderência da solução.”</a:t>
            </a:r>
          </a:p>
          <a:p>
            <a:pPr marL="1524000" lvl="3" indent="-152400" algn="just"/>
            <a:endParaRPr lang="pt-BR" dirty="0">
              <a:ea typeface="Calibri" panose="020F0502020204030204"/>
              <a:cs typeface="Calibri" panose="020F0502020204030204"/>
            </a:endParaRPr>
          </a:p>
          <a:p>
            <a:pPr marL="800100" lvl="1" indent="-457200" algn="just">
              <a:buFont typeface="+mj-lt"/>
              <a:buAutoNum type="alphaLcParenR" startAt="2"/>
            </a:pPr>
            <a:r>
              <a:rPr lang="pt-BR" sz="2200" b="1" dirty="0">
                <a:ea typeface="+mn-lt"/>
                <a:cs typeface="+mn-lt"/>
              </a:rPr>
              <a:t>Limitações enfrentadas</a:t>
            </a:r>
          </a:p>
          <a:p>
            <a:pPr lvl="2" algn="just">
              <a:buFont typeface="Courier New" panose="02070309020205020404" pitchFamily="49" charset="0"/>
              <a:buChar char="o"/>
            </a:pPr>
            <a:r>
              <a:rPr lang="pt-BR" sz="1900" dirty="0">
                <a:ea typeface="+mn-lt"/>
                <a:cs typeface="+mn-lt"/>
              </a:rPr>
              <a:t>Reconheça de forma objetiva os obstáculos que não foram plenamente superados ou pontos que ficaram fora do escopo.</a:t>
            </a:r>
          </a:p>
          <a:p>
            <a:pPr marL="1524000" lvl="3" indent="-152400" algn="just"/>
            <a:r>
              <a:rPr lang="pt-BR" i="1" dirty="0">
                <a:ea typeface="+mn-lt"/>
                <a:cs typeface="+mn-lt"/>
              </a:rPr>
              <a:t>“A integração com o sistema legado apresentou restrições técnicas que limitaram parte das funcionalidades planejadas.”</a:t>
            </a:r>
          </a:p>
          <a:p>
            <a:pPr marL="1524000" lvl="3" indent="-152400" algn="just"/>
            <a:endParaRPr lang="pt-BR" dirty="0">
              <a:ea typeface="Calibri" panose="020F0502020204030204"/>
              <a:cs typeface="Calibri" panose="020F0502020204030204"/>
            </a:endParaRPr>
          </a:p>
          <a:p>
            <a:pPr marL="800100" lvl="1" indent="-457200" algn="just">
              <a:buFont typeface="+mj-lt"/>
              <a:buAutoNum type="alphaLcParenR" startAt="2"/>
            </a:pPr>
            <a:r>
              <a:rPr lang="pt-BR" sz="2200" b="1" dirty="0">
                <a:ea typeface="+mn-lt"/>
                <a:cs typeface="+mn-lt"/>
              </a:rPr>
              <a:t>Próximos passos e evoluções possíveis</a:t>
            </a:r>
          </a:p>
          <a:p>
            <a:pPr lvl="2" algn="just">
              <a:buFont typeface="Courier New" panose="02070309020205020404" pitchFamily="49" charset="0"/>
              <a:buChar char="o"/>
            </a:pPr>
            <a:r>
              <a:rPr lang="pt-BR" sz="1900" dirty="0">
                <a:ea typeface="+mn-lt"/>
                <a:cs typeface="+mn-lt"/>
              </a:rPr>
              <a:t>Aponte sugestões de continuidade, melhorias ou expansões futuras do projeto.</a:t>
            </a:r>
          </a:p>
          <a:p>
            <a:pPr marL="1524000" lvl="3" indent="-152400" algn="just"/>
            <a:r>
              <a:rPr lang="pt-BR" i="1" dirty="0">
                <a:ea typeface="+mn-lt"/>
                <a:cs typeface="+mn-lt"/>
              </a:rPr>
              <a:t>“Recomenda-se automatizar o processo de notificações e expandir a solução para outras áreas da empresa.”</a:t>
            </a:r>
            <a:endParaRPr lang="pt-BR" dirty="0">
              <a:ea typeface="Calibri" panose="020F0502020204030204"/>
              <a:cs typeface="Calibri" panose="020F0502020204030204"/>
            </a:endParaRPr>
          </a:p>
          <a:p>
            <a:pPr lvl="1" indent="-342900" algn="just">
              <a:buFont typeface="Courier New" panose="020B0604020202020204" pitchFamily="34" charset="0"/>
              <a:buChar char="o"/>
            </a:pPr>
            <a:endParaRPr lang="pt-BR" sz="2200" dirty="0">
              <a:ea typeface="Calibri"/>
              <a:cs typeface="Calibri"/>
            </a:endParaRPr>
          </a:p>
          <a:p>
            <a:pPr algn="just"/>
            <a:endParaRPr lang="pt-BR" dirty="0">
              <a:ea typeface="Calibri"/>
              <a:cs typeface="Calibri"/>
            </a:endParaRPr>
          </a:p>
          <a:p>
            <a:pPr algn="just"/>
            <a:endParaRPr lang="pt-BR" dirty="0"/>
          </a:p>
          <a:p>
            <a:pPr algn="just"/>
            <a:endParaRPr lang="pt-BR" dirty="0"/>
          </a:p>
          <a:p>
            <a:pPr algn="just">
              <a:buFont typeface="Arial,Sans-Serif" panose="020B0604020202020204" pitchFamily="34" charset="0"/>
              <a:buChar char="•"/>
            </a:pPr>
            <a:endParaRPr lang="pt-BR" sz="2400" dirty="0">
              <a:ea typeface="Calibri"/>
              <a:cs typeface="Calibri"/>
            </a:endParaRPr>
          </a:p>
          <a:p>
            <a:pPr>
              <a:lnSpc>
                <a:spcPct val="110000"/>
              </a:lnSpc>
            </a:pPr>
            <a:endParaRPr lang="pt-BR" sz="2400" dirty="0">
              <a:ea typeface="Calibri"/>
              <a:cs typeface="Calibri"/>
            </a:endParaRPr>
          </a:p>
          <a:p>
            <a:endParaRPr lang="pt-BR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606739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647E37EC11C8246B76D75C67DE7970E" ma:contentTypeVersion="17" ma:contentTypeDescription="Crie um novo documento." ma:contentTypeScope="" ma:versionID="59bcf617e04c2daac9f504d12ff5a883">
  <xsd:schema xmlns:xsd="http://www.w3.org/2001/XMLSchema" xmlns:xs="http://www.w3.org/2001/XMLSchema" xmlns:p="http://schemas.microsoft.com/office/2006/metadata/properties" xmlns:ns2="a6194295-1792-4b63-878c-b29c2ff82726" xmlns:ns3="49c50ba2-eaf4-4058-b769-73a32109933c" targetNamespace="http://schemas.microsoft.com/office/2006/metadata/properties" ma:root="true" ma:fieldsID="6866b81e5fe3156d5a79b021ac539ff4" ns2:_="" ns3:_="">
    <xsd:import namespace="a6194295-1792-4b63-878c-b29c2ff82726"/>
    <xsd:import namespace="49c50ba2-eaf4-4058-b769-73a32109933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194295-1792-4b63-878c-b29c2ff827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20" nillable="true" ma:taxonomy="true" ma:internalName="lcf76f155ced4ddcb4097134ff3c332f" ma:taxonomyFieldName="MediaServiceImageTags" ma:displayName="Marcações de imagem" ma:readOnly="false" ma:fieldId="{5cf76f15-5ced-4ddc-b409-7134ff3c332f}" ma:taxonomyMulti="true" ma:sspId="e2398b20-2c76-408b-9565-673d41e5947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c50ba2-eaf4-4058-b769-73a32109933c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ffbf75b8-6e79-4d53-aece-ace6fdf467fd}" ma:internalName="TaxCatchAll" ma:showField="CatchAllData" ma:web="49c50ba2-eaf4-4058-b769-73a32109933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9c50ba2-eaf4-4058-b769-73a32109933c" xsi:nil="true"/>
    <lcf76f155ced4ddcb4097134ff3c332f xmlns="a6194295-1792-4b63-878c-b29c2ff8272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F79476A-6406-4CA2-85ED-A3C49605D7F0}"/>
</file>

<file path=customXml/itemProps2.xml><?xml version="1.0" encoding="utf-8"?>
<ds:datastoreItem xmlns:ds="http://schemas.openxmlformats.org/officeDocument/2006/customXml" ds:itemID="{048DB67B-E193-4B82-970E-79D5F996D42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AA7BDEB-DE2C-4182-83A9-4B1B69848987}">
  <ds:schemaRefs>
    <ds:schemaRef ds:uri="49c50ba2-eaf4-4058-b769-73a32109933c"/>
    <ds:schemaRef ds:uri="5b046cae-d1d8-432d-b4bb-58d09b590569"/>
    <ds:schemaRef ds:uri="a6194295-1792-4b63-878c-b29c2ff82726"/>
    <ds:schemaRef ds:uri="eb947af2-26f0-411d-a536-f4cbb904cdf6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1184</Words>
  <Application>Microsoft Office PowerPoint</Application>
  <PresentationFormat>Widescreen</PresentationFormat>
  <Paragraphs>112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9</vt:i4>
      </vt:variant>
    </vt:vector>
  </HeadingPairs>
  <TitlesOfParts>
    <vt:vector size="23" baseType="lpstr">
      <vt:lpstr>Aptos</vt:lpstr>
      <vt:lpstr>Arial</vt:lpstr>
      <vt:lpstr>Arial,Sans-Serif</vt:lpstr>
      <vt:lpstr>Calibri</vt:lpstr>
      <vt:lpstr>Calibri Light</vt:lpstr>
      <vt:lpstr>Courier New</vt:lpstr>
      <vt:lpstr>Courier New,monospace</vt:lpstr>
      <vt:lpstr>Play</vt:lpstr>
      <vt:lpstr>Times New Roman</vt:lpstr>
      <vt:lpstr>Wingdings</vt:lpstr>
      <vt:lpstr>Wingdings,Sans-Serif</vt:lpstr>
      <vt:lpstr>Tema do Office</vt:lpstr>
      <vt:lpstr>1_Tema do Office</vt:lpstr>
      <vt:lpstr>2_Tema do Office</vt:lpstr>
      <vt:lpstr>PowerPoint Presentation</vt:lpstr>
      <vt:lpstr>PowerPoint Presentation</vt:lpstr>
      <vt:lpstr>NOME DA SOLUÇÃO</vt:lpstr>
      <vt:lpstr>Contextualização Atualizada do Desafio</vt:lpstr>
      <vt:lpstr>Objetivo Atual do Projeto</vt:lpstr>
      <vt:lpstr>Proposta Atualizada da Solução</vt:lpstr>
      <vt:lpstr>Demonstração da Solução</vt:lpstr>
      <vt:lpstr>Demonstração da Solução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Nome da solução</dc:title>
  <dc:creator>Claudio Jose Carvajal</dc:creator>
  <cp:lastModifiedBy>Salvio Padlipskas</cp:lastModifiedBy>
  <cp:revision>97</cp:revision>
  <dcterms:created xsi:type="dcterms:W3CDTF">2016-03-03T21:44:23Z</dcterms:created>
  <dcterms:modified xsi:type="dcterms:W3CDTF">2026-03-10T23:12:36Z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0x010100A647E37EC11C8246B76D75C67DE7970E</vt:lpwstr>
  </property>
  <property fmtid="{D5CDD505-2E9C-101B-9397-08002B2CF9AE}" pid="3" name="MediaServiceImageTags">
    <vt:lpwstr/>
  </property>
</Properties>
</file>